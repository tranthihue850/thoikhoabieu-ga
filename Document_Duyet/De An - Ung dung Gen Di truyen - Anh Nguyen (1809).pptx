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1.xml" ContentType="application/vnd.openxmlformats-officedocument.themeOverr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5" r:id="rId1"/>
  </p:sldMasterIdLst>
  <p:notesMasterIdLst>
    <p:notesMasterId r:id="rId34"/>
  </p:notesMasterIdLst>
  <p:sldIdLst>
    <p:sldId id="256" r:id="rId2"/>
    <p:sldId id="283" r:id="rId3"/>
    <p:sldId id="259" r:id="rId4"/>
    <p:sldId id="261" r:id="rId5"/>
    <p:sldId id="264" r:id="rId6"/>
    <p:sldId id="270" r:id="rId7"/>
    <p:sldId id="271" r:id="rId8"/>
    <p:sldId id="272" r:id="rId9"/>
    <p:sldId id="273" r:id="rId10"/>
    <p:sldId id="274" r:id="rId11"/>
    <p:sldId id="266" r:id="rId12"/>
    <p:sldId id="275" r:id="rId13"/>
    <p:sldId id="291" r:id="rId14"/>
    <p:sldId id="296" r:id="rId15"/>
    <p:sldId id="292" r:id="rId16"/>
    <p:sldId id="297" r:id="rId17"/>
    <p:sldId id="293" r:id="rId18"/>
    <p:sldId id="294" r:id="rId19"/>
    <p:sldId id="295" r:id="rId20"/>
    <p:sldId id="276" r:id="rId21"/>
    <p:sldId id="278" r:id="rId22"/>
    <p:sldId id="287" r:id="rId23"/>
    <p:sldId id="290" r:id="rId24"/>
    <p:sldId id="279" r:id="rId25"/>
    <p:sldId id="284" r:id="rId26"/>
    <p:sldId id="281" r:id="rId27"/>
    <p:sldId id="285" r:id="rId28"/>
    <p:sldId id="282" r:id="rId29"/>
    <p:sldId id="286" r:id="rId30"/>
    <p:sldId id="288" r:id="rId31"/>
    <p:sldId id="289" r:id="rId32"/>
    <p:sldId id="269"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889" autoAdjust="0"/>
  </p:normalViewPr>
  <p:slideViewPr>
    <p:cSldViewPr>
      <p:cViewPr varScale="1">
        <p:scale>
          <a:sx n="64" d="100"/>
          <a:sy n="64" d="100"/>
        </p:scale>
        <p:origin x="978"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iagrams/_rels/data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diagrams/_rels/drawing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F47455-5226-4C0A-B3AE-BC3D7C566AF5}" type="doc">
      <dgm:prSet loTypeId="urn:microsoft.com/office/officeart/2008/layout/VerticalCurvedList" loCatId="list" qsTypeId="urn:microsoft.com/office/officeart/2005/8/quickstyle/simple1" qsCatId="simple" csTypeId="urn:microsoft.com/office/officeart/2005/8/colors/accent1_1" csCatId="accent1" phldr="1"/>
      <dgm:spPr/>
      <dgm:t>
        <a:bodyPr/>
        <a:lstStyle/>
        <a:p>
          <a:endParaRPr lang="en-GB"/>
        </a:p>
      </dgm:t>
    </dgm:pt>
    <dgm:pt modelId="{F6A7DC45-75A7-4FA8-BDA1-23737F0C6451}">
      <dgm:prSet/>
      <dgm:spPr/>
      <dgm:t>
        <a:bodyPr/>
        <a:lstStyle/>
        <a:p>
          <a:r>
            <a:rPr lang="en-US"/>
            <a:t>1. Giới thiệu chung</a:t>
          </a:r>
          <a:endParaRPr lang="en-GB"/>
        </a:p>
      </dgm:t>
    </dgm:pt>
    <dgm:pt modelId="{CE027EBF-FB6E-4C40-B668-329C44CA98AD}" type="parTrans" cxnId="{7A43675F-9018-49D7-AA7F-DA588BC4F5BA}">
      <dgm:prSet/>
      <dgm:spPr/>
      <dgm:t>
        <a:bodyPr/>
        <a:lstStyle/>
        <a:p>
          <a:endParaRPr lang="en-GB"/>
        </a:p>
      </dgm:t>
    </dgm:pt>
    <dgm:pt modelId="{45474143-A8D0-4CFB-AE5A-0A9FC4B5C4BE}" type="sibTrans" cxnId="{7A43675F-9018-49D7-AA7F-DA588BC4F5BA}">
      <dgm:prSet/>
      <dgm:spPr/>
      <dgm:t>
        <a:bodyPr/>
        <a:lstStyle/>
        <a:p>
          <a:endParaRPr lang="en-GB"/>
        </a:p>
      </dgm:t>
    </dgm:pt>
    <dgm:pt modelId="{A30166BB-50F1-4DF3-8FEA-5BF73DE97B9A}">
      <dgm:prSet/>
      <dgm:spPr/>
      <dgm:t>
        <a:bodyPr/>
        <a:lstStyle/>
        <a:p>
          <a:r>
            <a:rPr lang="en-GB"/>
            <a:t>2. Nội dung đề án</a:t>
          </a:r>
        </a:p>
      </dgm:t>
    </dgm:pt>
    <dgm:pt modelId="{D13691DF-8F06-4AA9-B6A5-6935E9BD4125}" type="parTrans" cxnId="{70C7098A-B61E-411F-AF1B-5C374AFFA0CF}">
      <dgm:prSet/>
      <dgm:spPr/>
      <dgm:t>
        <a:bodyPr/>
        <a:lstStyle/>
        <a:p>
          <a:endParaRPr lang="en-GB"/>
        </a:p>
      </dgm:t>
    </dgm:pt>
    <dgm:pt modelId="{20E4A71F-13DF-41D1-806E-8A0104A00FD1}" type="sibTrans" cxnId="{70C7098A-B61E-411F-AF1B-5C374AFFA0CF}">
      <dgm:prSet/>
      <dgm:spPr/>
      <dgm:t>
        <a:bodyPr/>
        <a:lstStyle/>
        <a:p>
          <a:endParaRPr lang="en-GB"/>
        </a:p>
      </dgm:t>
    </dgm:pt>
    <dgm:pt modelId="{9371B8BF-76A8-4AC7-B8F1-5ECEDC6066D7}">
      <dgm:prSet/>
      <dgm:spPr/>
      <dgm:t>
        <a:bodyPr/>
        <a:lstStyle/>
        <a:p>
          <a:r>
            <a:rPr lang="en-GB"/>
            <a:t>3. Mô hình tổng quát của thuật toán</a:t>
          </a:r>
        </a:p>
      </dgm:t>
    </dgm:pt>
    <dgm:pt modelId="{6FF5847C-5FCE-4B26-A16F-FB4BBB220CB9}" type="parTrans" cxnId="{FCAC5500-599B-462B-969E-F4D5B29911A3}">
      <dgm:prSet/>
      <dgm:spPr/>
      <dgm:t>
        <a:bodyPr/>
        <a:lstStyle/>
        <a:p>
          <a:endParaRPr lang="en-GB"/>
        </a:p>
      </dgm:t>
    </dgm:pt>
    <dgm:pt modelId="{9893FE49-0E0E-4CEA-AD4C-10E12B0FA6F4}" type="sibTrans" cxnId="{FCAC5500-599B-462B-969E-F4D5B29911A3}">
      <dgm:prSet/>
      <dgm:spPr/>
      <dgm:t>
        <a:bodyPr/>
        <a:lstStyle/>
        <a:p>
          <a:endParaRPr lang="en-GB"/>
        </a:p>
      </dgm:t>
    </dgm:pt>
    <dgm:pt modelId="{902B34EE-2BBB-4C7E-B0DA-C11E9B596481}">
      <dgm:prSet/>
      <dgm:spPr/>
      <dgm:t>
        <a:bodyPr/>
        <a:lstStyle/>
        <a:p>
          <a:r>
            <a:rPr lang="en-GB"/>
            <a:t>4. Triển khai, cài đặt</a:t>
          </a:r>
        </a:p>
      </dgm:t>
    </dgm:pt>
    <dgm:pt modelId="{A35A4DF9-8708-43D2-B041-5CC848EDBD14}" type="parTrans" cxnId="{85B36B9F-5963-4DAB-8E0E-134620BF8F07}">
      <dgm:prSet/>
      <dgm:spPr/>
      <dgm:t>
        <a:bodyPr/>
        <a:lstStyle/>
        <a:p>
          <a:endParaRPr lang="en-GB"/>
        </a:p>
      </dgm:t>
    </dgm:pt>
    <dgm:pt modelId="{31F8A171-4D89-4E85-93FA-08C349C1FF40}" type="sibTrans" cxnId="{85B36B9F-5963-4DAB-8E0E-134620BF8F07}">
      <dgm:prSet/>
      <dgm:spPr/>
      <dgm:t>
        <a:bodyPr/>
        <a:lstStyle/>
        <a:p>
          <a:endParaRPr lang="en-GB"/>
        </a:p>
      </dgm:t>
    </dgm:pt>
    <dgm:pt modelId="{916D8DAE-FDD7-4622-B6CF-6830AD6CBF02}">
      <dgm:prSet/>
      <dgm:spPr/>
      <dgm:t>
        <a:bodyPr/>
        <a:lstStyle/>
        <a:p>
          <a:r>
            <a:rPr lang="en-GB"/>
            <a:t>5. Kết luận và hướng phát triển</a:t>
          </a:r>
        </a:p>
      </dgm:t>
    </dgm:pt>
    <dgm:pt modelId="{ACB5A655-C754-42DE-89E9-88543DE69361}" type="parTrans" cxnId="{897BA0E0-C907-4202-924D-A9F4A4E56E88}">
      <dgm:prSet/>
      <dgm:spPr/>
      <dgm:t>
        <a:bodyPr/>
        <a:lstStyle/>
        <a:p>
          <a:endParaRPr lang="en-US"/>
        </a:p>
      </dgm:t>
    </dgm:pt>
    <dgm:pt modelId="{2F219E2F-06AD-441C-A423-D84DBE35F0A6}" type="sibTrans" cxnId="{897BA0E0-C907-4202-924D-A9F4A4E56E88}">
      <dgm:prSet/>
      <dgm:spPr/>
      <dgm:t>
        <a:bodyPr/>
        <a:lstStyle/>
        <a:p>
          <a:endParaRPr lang="en-US"/>
        </a:p>
      </dgm:t>
    </dgm:pt>
    <dgm:pt modelId="{C9069F5B-F311-4AE7-BF53-3E83F447AF09}" type="pres">
      <dgm:prSet presAssocID="{97F47455-5226-4C0A-B3AE-BC3D7C566AF5}" presName="Name0" presStyleCnt="0">
        <dgm:presLayoutVars>
          <dgm:chMax val="7"/>
          <dgm:chPref val="7"/>
          <dgm:dir/>
        </dgm:presLayoutVars>
      </dgm:prSet>
      <dgm:spPr/>
    </dgm:pt>
    <dgm:pt modelId="{5EAB6029-8E31-4149-B00A-FA192CDB58AD}" type="pres">
      <dgm:prSet presAssocID="{97F47455-5226-4C0A-B3AE-BC3D7C566AF5}" presName="Name1" presStyleCnt="0"/>
      <dgm:spPr/>
    </dgm:pt>
    <dgm:pt modelId="{97664CBC-15A6-4792-BE6A-4988E20AC16C}" type="pres">
      <dgm:prSet presAssocID="{97F47455-5226-4C0A-B3AE-BC3D7C566AF5}" presName="cycle" presStyleCnt="0"/>
      <dgm:spPr/>
    </dgm:pt>
    <dgm:pt modelId="{C6146A4E-1EE2-473A-AC43-B7C2CA99723C}" type="pres">
      <dgm:prSet presAssocID="{97F47455-5226-4C0A-B3AE-BC3D7C566AF5}" presName="srcNode" presStyleLbl="node1" presStyleIdx="0" presStyleCnt="5"/>
      <dgm:spPr/>
    </dgm:pt>
    <dgm:pt modelId="{4ACCF716-2C45-406D-8990-A8B320C6DB1E}" type="pres">
      <dgm:prSet presAssocID="{97F47455-5226-4C0A-B3AE-BC3D7C566AF5}" presName="conn" presStyleLbl="parChTrans1D2" presStyleIdx="0" presStyleCnt="1"/>
      <dgm:spPr/>
    </dgm:pt>
    <dgm:pt modelId="{3DEF57FD-E41B-4136-99E8-71A56C74BE1A}" type="pres">
      <dgm:prSet presAssocID="{97F47455-5226-4C0A-B3AE-BC3D7C566AF5}" presName="extraNode" presStyleLbl="node1" presStyleIdx="0" presStyleCnt="5"/>
      <dgm:spPr/>
    </dgm:pt>
    <dgm:pt modelId="{23144EF0-7141-4910-9E56-7D311BB04FC3}" type="pres">
      <dgm:prSet presAssocID="{97F47455-5226-4C0A-B3AE-BC3D7C566AF5}" presName="dstNode" presStyleLbl="node1" presStyleIdx="0" presStyleCnt="5"/>
      <dgm:spPr/>
    </dgm:pt>
    <dgm:pt modelId="{D92BD111-73CF-4BAE-8FC1-0DD0AB4001ED}" type="pres">
      <dgm:prSet presAssocID="{F6A7DC45-75A7-4FA8-BDA1-23737F0C6451}" presName="text_1" presStyleLbl="node1" presStyleIdx="0" presStyleCnt="5">
        <dgm:presLayoutVars>
          <dgm:bulletEnabled val="1"/>
        </dgm:presLayoutVars>
      </dgm:prSet>
      <dgm:spPr/>
    </dgm:pt>
    <dgm:pt modelId="{11A1DE37-A5D6-4972-B761-DFAE574E7133}" type="pres">
      <dgm:prSet presAssocID="{F6A7DC45-75A7-4FA8-BDA1-23737F0C6451}" presName="accent_1" presStyleCnt="0"/>
      <dgm:spPr/>
    </dgm:pt>
    <dgm:pt modelId="{A8DAFD2F-3565-45F2-A974-A0D40C6AD4BA}" type="pres">
      <dgm:prSet presAssocID="{F6A7DC45-75A7-4FA8-BDA1-23737F0C6451}" presName="accentRepeatNode" presStyleLbl="solidFgAcc1" presStyleIdx="0" presStyleCnt="5"/>
      <dgm:spPr/>
    </dgm:pt>
    <dgm:pt modelId="{C3341CE2-458C-49A0-9AB6-3745C60474F4}" type="pres">
      <dgm:prSet presAssocID="{A30166BB-50F1-4DF3-8FEA-5BF73DE97B9A}" presName="text_2" presStyleLbl="node1" presStyleIdx="1" presStyleCnt="5">
        <dgm:presLayoutVars>
          <dgm:bulletEnabled val="1"/>
        </dgm:presLayoutVars>
      </dgm:prSet>
      <dgm:spPr/>
    </dgm:pt>
    <dgm:pt modelId="{BD2935B3-B7EB-4CB8-888B-2E6761AEF520}" type="pres">
      <dgm:prSet presAssocID="{A30166BB-50F1-4DF3-8FEA-5BF73DE97B9A}" presName="accent_2" presStyleCnt="0"/>
      <dgm:spPr/>
    </dgm:pt>
    <dgm:pt modelId="{60B6F099-FC90-498F-A08E-E9CE8E35242C}" type="pres">
      <dgm:prSet presAssocID="{A30166BB-50F1-4DF3-8FEA-5BF73DE97B9A}" presName="accentRepeatNode" presStyleLbl="solidFgAcc1" presStyleIdx="1" presStyleCnt="5"/>
      <dgm:spPr/>
    </dgm:pt>
    <dgm:pt modelId="{8F38057C-CEA0-483F-BB10-C46E444C2D5D}" type="pres">
      <dgm:prSet presAssocID="{9371B8BF-76A8-4AC7-B8F1-5ECEDC6066D7}" presName="text_3" presStyleLbl="node1" presStyleIdx="2" presStyleCnt="5">
        <dgm:presLayoutVars>
          <dgm:bulletEnabled val="1"/>
        </dgm:presLayoutVars>
      </dgm:prSet>
      <dgm:spPr/>
    </dgm:pt>
    <dgm:pt modelId="{D647D79D-5DE0-4D0A-8468-2EBF0D92C1B1}" type="pres">
      <dgm:prSet presAssocID="{9371B8BF-76A8-4AC7-B8F1-5ECEDC6066D7}" presName="accent_3" presStyleCnt="0"/>
      <dgm:spPr/>
    </dgm:pt>
    <dgm:pt modelId="{7F286BA0-D47B-4C13-AFA3-8EECA3164B91}" type="pres">
      <dgm:prSet presAssocID="{9371B8BF-76A8-4AC7-B8F1-5ECEDC6066D7}" presName="accentRepeatNode" presStyleLbl="solidFgAcc1" presStyleIdx="2" presStyleCnt="5"/>
      <dgm:spPr/>
    </dgm:pt>
    <dgm:pt modelId="{03A87618-73D8-4CD7-9D39-75A4C15A6E81}" type="pres">
      <dgm:prSet presAssocID="{902B34EE-2BBB-4C7E-B0DA-C11E9B596481}" presName="text_4" presStyleLbl="node1" presStyleIdx="3" presStyleCnt="5">
        <dgm:presLayoutVars>
          <dgm:bulletEnabled val="1"/>
        </dgm:presLayoutVars>
      </dgm:prSet>
      <dgm:spPr/>
    </dgm:pt>
    <dgm:pt modelId="{98F8B241-CF95-41B8-94BA-9BE399FBF05E}" type="pres">
      <dgm:prSet presAssocID="{902B34EE-2BBB-4C7E-B0DA-C11E9B596481}" presName="accent_4" presStyleCnt="0"/>
      <dgm:spPr/>
    </dgm:pt>
    <dgm:pt modelId="{AB1543E3-8ED2-4E34-8653-19262CBB1A28}" type="pres">
      <dgm:prSet presAssocID="{902B34EE-2BBB-4C7E-B0DA-C11E9B596481}" presName="accentRepeatNode" presStyleLbl="solidFgAcc1" presStyleIdx="3" presStyleCnt="5"/>
      <dgm:spPr/>
    </dgm:pt>
    <dgm:pt modelId="{E8BA9AE5-2E00-410B-9F51-E0AA002C791E}" type="pres">
      <dgm:prSet presAssocID="{916D8DAE-FDD7-4622-B6CF-6830AD6CBF02}" presName="text_5" presStyleLbl="node1" presStyleIdx="4" presStyleCnt="5">
        <dgm:presLayoutVars>
          <dgm:bulletEnabled val="1"/>
        </dgm:presLayoutVars>
      </dgm:prSet>
      <dgm:spPr/>
    </dgm:pt>
    <dgm:pt modelId="{75C7A45A-A8B7-425D-BB3B-92AFF1A57B86}" type="pres">
      <dgm:prSet presAssocID="{916D8DAE-FDD7-4622-B6CF-6830AD6CBF02}" presName="accent_5" presStyleCnt="0"/>
      <dgm:spPr/>
    </dgm:pt>
    <dgm:pt modelId="{50ACA502-2EF3-4BE1-A4FB-48BCB7D10D34}" type="pres">
      <dgm:prSet presAssocID="{916D8DAE-FDD7-4622-B6CF-6830AD6CBF02}" presName="accentRepeatNode" presStyleLbl="solidFgAcc1" presStyleIdx="4" presStyleCnt="5"/>
      <dgm:spPr/>
    </dgm:pt>
  </dgm:ptLst>
  <dgm:cxnLst>
    <dgm:cxn modelId="{FCAC5500-599B-462B-969E-F4D5B29911A3}" srcId="{97F47455-5226-4C0A-B3AE-BC3D7C566AF5}" destId="{9371B8BF-76A8-4AC7-B8F1-5ECEDC6066D7}" srcOrd="2" destOrd="0" parTransId="{6FF5847C-5FCE-4B26-A16F-FB4BBB220CB9}" sibTransId="{9893FE49-0E0E-4CEA-AD4C-10E12B0FA6F4}"/>
    <dgm:cxn modelId="{B63BB81D-BD60-4522-9C1F-B521A726F8B8}" type="presOf" srcId="{97F47455-5226-4C0A-B3AE-BC3D7C566AF5}" destId="{C9069F5B-F311-4AE7-BF53-3E83F447AF09}" srcOrd="0" destOrd="0" presId="urn:microsoft.com/office/officeart/2008/layout/VerticalCurvedList"/>
    <dgm:cxn modelId="{7A43675F-9018-49D7-AA7F-DA588BC4F5BA}" srcId="{97F47455-5226-4C0A-B3AE-BC3D7C566AF5}" destId="{F6A7DC45-75A7-4FA8-BDA1-23737F0C6451}" srcOrd="0" destOrd="0" parTransId="{CE027EBF-FB6E-4C40-B668-329C44CA98AD}" sibTransId="{45474143-A8D0-4CFB-AE5A-0A9FC4B5C4BE}"/>
    <dgm:cxn modelId="{4395E145-FC12-435A-921A-EE4E2888EFCC}" type="presOf" srcId="{A30166BB-50F1-4DF3-8FEA-5BF73DE97B9A}" destId="{C3341CE2-458C-49A0-9AB6-3745C60474F4}" srcOrd="0" destOrd="0" presId="urn:microsoft.com/office/officeart/2008/layout/VerticalCurvedList"/>
    <dgm:cxn modelId="{39778C6F-9F2F-4579-BF35-2AB49CEF2D53}" type="presOf" srcId="{45474143-A8D0-4CFB-AE5A-0A9FC4B5C4BE}" destId="{4ACCF716-2C45-406D-8990-A8B320C6DB1E}" srcOrd="0" destOrd="0" presId="urn:microsoft.com/office/officeart/2008/layout/VerticalCurvedList"/>
    <dgm:cxn modelId="{70C7098A-B61E-411F-AF1B-5C374AFFA0CF}" srcId="{97F47455-5226-4C0A-B3AE-BC3D7C566AF5}" destId="{A30166BB-50F1-4DF3-8FEA-5BF73DE97B9A}" srcOrd="1" destOrd="0" parTransId="{D13691DF-8F06-4AA9-B6A5-6935E9BD4125}" sibTransId="{20E4A71F-13DF-41D1-806E-8A0104A00FD1}"/>
    <dgm:cxn modelId="{85B36B9F-5963-4DAB-8E0E-134620BF8F07}" srcId="{97F47455-5226-4C0A-B3AE-BC3D7C566AF5}" destId="{902B34EE-2BBB-4C7E-B0DA-C11E9B596481}" srcOrd="3" destOrd="0" parTransId="{A35A4DF9-8708-43D2-B041-5CC848EDBD14}" sibTransId="{31F8A171-4D89-4E85-93FA-08C349C1FF40}"/>
    <dgm:cxn modelId="{59B007AD-D4CA-4C18-A72C-BF7A1F852AB2}" type="presOf" srcId="{F6A7DC45-75A7-4FA8-BDA1-23737F0C6451}" destId="{D92BD111-73CF-4BAE-8FC1-0DD0AB4001ED}" srcOrd="0" destOrd="0" presId="urn:microsoft.com/office/officeart/2008/layout/VerticalCurvedList"/>
    <dgm:cxn modelId="{213673D8-4685-44E3-BEB4-A165F055D569}" type="presOf" srcId="{9371B8BF-76A8-4AC7-B8F1-5ECEDC6066D7}" destId="{8F38057C-CEA0-483F-BB10-C46E444C2D5D}" srcOrd="0" destOrd="0" presId="urn:microsoft.com/office/officeart/2008/layout/VerticalCurvedList"/>
    <dgm:cxn modelId="{C7A2CCD8-23C7-4CC2-9A09-195265AD8CF3}" type="presOf" srcId="{902B34EE-2BBB-4C7E-B0DA-C11E9B596481}" destId="{03A87618-73D8-4CD7-9D39-75A4C15A6E81}" srcOrd="0" destOrd="0" presId="urn:microsoft.com/office/officeart/2008/layout/VerticalCurvedList"/>
    <dgm:cxn modelId="{D8D51BDE-0EE0-425B-A6D0-36494687436F}" type="presOf" srcId="{916D8DAE-FDD7-4622-B6CF-6830AD6CBF02}" destId="{E8BA9AE5-2E00-410B-9F51-E0AA002C791E}" srcOrd="0" destOrd="0" presId="urn:microsoft.com/office/officeart/2008/layout/VerticalCurvedList"/>
    <dgm:cxn modelId="{897BA0E0-C907-4202-924D-A9F4A4E56E88}" srcId="{97F47455-5226-4C0A-B3AE-BC3D7C566AF5}" destId="{916D8DAE-FDD7-4622-B6CF-6830AD6CBF02}" srcOrd="4" destOrd="0" parTransId="{ACB5A655-C754-42DE-89E9-88543DE69361}" sibTransId="{2F219E2F-06AD-441C-A423-D84DBE35F0A6}"/>
    <dgm:cxn modelId="{EF4C0AF7-8834-46A7-A2FD-6FBFCB6EAF10}" type="presParOf" srcId="{C9069F5B-F311-4AE7-BF53-3E83F447AF09}" destId="{5EAB6029-8E31-4149-B00A-FA192CDB58AD}" srcOrd="0" destOrd="0" presId="urn:microsoft.com/office/officeart/2008/layout/VerticalCurvedList"/>
    <dgm:cxn modelId="{D6543304-C2C1-4327-8EB4-2BE9819BBE14}" type="presParOf" srcId="{5EAB6029-8E31-4149-B00A-FA192CDB58AD}" destId="{97664CBC-15A6-4792-BE6A-4988E20AC16C}" srcOrd="0" destOrd="0" presId="urn:microsoft.com/office/officeart/2008/layout/VerticalCurvedList"/>
    <dgm:cxn modelId="{3F7DFBD8-1B64-4418-9BD9-2F10A9E6BA89}" type="presParOf" srcId="{97664CBC-15A6-4792-BE6A-4988E20AC16C}" destId="{C6146A4E-1EE2-473A-AC43-B7C2CA99723C}" srcOrd="0" destOrd="0" presId="urn:microsoft.com/office/officeart/2008/layout/VerticalCurvedList"/>
    <dgm:cxn modelId="{09BC60FB-B1AF-4D31-A2FF-B5AD9E93AA0D}" type="presParOf" srcId="{97664CBC-15A6-4792-BE6A-4988E20AC16C}" destId="{4ACCF716-2C45-406D-8990-A8B320C6DB1E}" srcOrd="1" destOrd="0" presId="urn:microsoft.com/office/officeart/2008/layout/VerticalCurvedList"/>
    <dgm:cxn modelId="{DD3BC170-5610-42E7-ABAC-F5CBF3D2EACE}" type="presParOf" srcId="{97664CBC-15A6-4792-BE6A-4988E20AC16C}" destId="{3DEF57FD-E41B-4136-99E8-71A56C74BE1A}" srcOrd="2" destOrd="0" presId="urn:microsoft.com/office/officeart/2008/layout/VerticalCurvedList"/>
    <dgm:cxn modelId="{16C3219C-9A3B-4B58-B546-730537564BF4}" type="presParOf" srcId="{97664CBC-15A6-4792-BE6A-4988E20AC16C}" destId="{23144EF0-7141-4910-9E56-7D311BB04FC3}" srcOrd="3" destOrd="0" presId="urn:microsoft.com/office/officeart/2008/layout/VerticalCurvedList"/>
    <dgm:cxn modelId="{8FD674C0-49A9-439E-8E13-3B66D3F52F48}" type="presParOf" srcId="{5EAB6029-8E31-4149-B00A-FA192CDB58AD}" destId="{D92BD111-73CF-4BAE-8FC1-0DD0AB4001ED}" srcOrd="1" destOrd="0" presId="urn:microsoft.com/office/officeart/2008/layout/VerticalCurvedList"/>
    <dgm:cxn modelId="{74F84D67-1F74-4E1E-9688-CA31B0722EAE}" type="presParOf" srcId="{5EAB6029-8E31-4149-B00A-FA192CDB58AD}" destId="{11A1DE37-A5D6-4972-B761-DFAE574E7133}" srcOrd="2" destOrd="0" presId="urn:microsoft.com/office/officeart/2008/layout/VerticalCurvedList"/>
    <dgm:cxn modelId="{7FAF6B53-8163-4099-98D8-4CD5FEA6A915}" type="presParOf" srcId="{11A1DE37-A5D6-4972-B761-DFAE574E7133}" destId="{A8DAFD2F-3565-45F2-A974-A0D40C6AD4BA}" srcOrd="0" destOrd="0" presId="urn:microsoft.com/office/officeart/2008/layout/VerticalCurvedList"/>
    <dgm:cxn modelId="{400554AA-E8D7-4DC0-842F-E463911B1456}" type="presParOf" srcId="{5EAB6029-8E31-4149-B00A-FA192CDB58AD}" destId="{C3341CE2-458C-49A0-9AB6-3745C60474F4}" srcOrd="3" destOrd="0" presId="urn:microsoft.com/office/officeart/2008/layout/VerticalCurvedList"/>
    <dgm:cxn modelId="{9BEFA792-C1B3-46AC-9C91-45406D803DCC}" type="presParOf" srcId="{5EAB6029-8E31-4149-B00A-FA192CDB58AD}" destId="{BD2935B3-B7EB-4CB8-888B-2E6761AEF520}" srcOrd="4" destOrd="0" presId="urn:microsoft.com/office/officeart/2008/layout/VerticalCurvedList"/>
    <dgm:cxn modelId="{800A1FB2-19DB-4480-95EC-AE585D2000D2}" type="presParOf" srcId="{BD2935B3-B7EB-4CB8-888B-2E6761AEF520}" destId="{60B6F099-FC90-498F-A08E-E9CE8E35242C}" srcOrd="0" destOrd="0" presId="urn:microsoft.com/office/officeart/2008/layout/VerticalCurvedList"/>
    <dgm:cxn modelId="{F350BB1B-2DD5-4E7D-9CC3-7292632C1787}" type="presParOf" srcId="{5EAB6029-8E31-4149-B00A-FA192CDB58AD}" destId="{8F38057C-CEA0-483F-BB10-C46E444C2D5D}" srcOrd="5" destOrd="0" presId="urn:microsoft.com/office/officeart/2008/layout/VerticalCurvedList"/>
    <dgm:cxn modelId="{F2889DFB-BFD8-482E-9BFD-673C173FECC3}" type="presParOf" srcId="{5EAB6029-8E31-4149-B00A-FA192CDB58AD}" destId="{D647D79D-5DE0-4D0A-8468-2EBF0D92C1B1}" srcOrd="6" destOrd="0" presId="urn:microsoft.com/office/officeart/2008/layout/VerticalCurvedList"/>
    <dgm:cxn modelId="{981C25E2-A4A3-4BAD-BD95-448E372FDCCE}" type="presParOf" srcId="{D647D79D-5DE0-4D0A-8468-2EBF0D92C1B1}" destId="{7F286BA0-D47B-4C13-AFA3-8EECA3164B91}" srcOrd="0" destOrd="0" presId="urn:microsoft.com/office/officeart/2008/layout/VerticalCurvedList"/>
    <dgm:cxn modelId="{B6053478-9091-416A-9249-875F334CDD0D}" type="presParOf" srcId="{5EAB6029-8E31-4149-B00A-FA192CDB58AD}" destId="{03A87618-73D8-4CD7-9D39-75A4C15A6E81}" srcOrd="7" destOrd="0" presId="urn:microsoft.com/office/officeart/2008/layout/VerticalCurvedList"/>
    <dgm:cxn modelId="{5AEC60A3-EEDE-4917-9863-6DE7B29F1515}" type="presParOf" srcId="{5EAB6029-8E31-4149-B00A-FA192CDB58AD}" destId="{98F8B241-CF95-41B8-94BA-9BE399FBF05E}" srcOrd="8" destOrd="0" presId="urn:microsoft.com/office/officeart/2008/layout/VerticalCurvedList"/>
    <dgm:cxn modelId="{79B57ABC-C435-45FE-9F84-A179E68F1535}" type="presParOf" srcId="{98F8B241-CF95-41B8-94BA-9BE399FBF05E}" destId="{AB1543E3-8ED2-4E34-8653-19262CBB1A28}" srcOrd="0" destOrd="0" presId="urn:microsoft.com/office/officeart/2008/layout/VerticalCurvedList"/>
    <dgm:cxn modelId="{B1DB8CC0-A3CD-443E-BB67-26BE9684D235}" type="presParOf" srcId="{5EAB6029-8E31-4149-B00A-FA192CDB58AD}" destId="{E8BA9AE5-2E00-410B-9F51-E0AA002C791E}" srcOrd="9" destOrd="0" presId="urn:microsoft.com/office/officeart/2008/layout/VerticalCurvedList"/>
    <dgm:cxn modelId="{5A9D3414-E76C-4520-A4E1-D9D4257338D2}" type="presParOf" srcId="{5EAB6029-8E31-4149-B00A-FA192CDB58AD}" destId="{75C7A45A-A8B7-425D-BB3B-92AFF1A57B86}" srcOrd="10" destOrd="0" presId="urn:microsoft.com/office/officeart/2008/layout/VerticalCurvedList"/>
    <dgm:cxn modelId="{D9E37E36-EC85-4315-BCED-170A85C51EB6}" type="presParOf" srcId="{75C7A45A-A8B7-425D-BB3B-92AFF1A57B86}" destId="{50ACA502-2EF3-4BE1-A4FB-48BCB7D10D34}"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EDB2C4-05DF-4303-9C63-7908AB535610}"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GB"/>
        </a:p>
      </dgm:t>
    </dgm:pt>
    <dgm:pt modelId="{5F60D7BE-0069-41B4-82A9-E15F6D0EF7B6}">
      <dgm:prSet custT="1"/>
      <dgm:spPr/>
      <dgm:t>
        <a:bodyPr/>
        <a:lstStyle/>
        <a:p>
          <a:pPr algn="l"/>
          <a:r>
            <a:rPr lang="vi-VN" sz="2000" b="1">
              <a:latin typeface="+mj-lt"/>
            </a:rPr>
            <a:t>Giải thuật di truyền (GA) là một phương pháp tối ưu hóa mạnh mẽ trong xã hội hiện đại,</a:t>
          </a:r>
          <a:r>
            <a:rPr lang="en-US" sz="2000" b="1">
              <a:latin typeface="+mj-lt"/>
            </a:rPr>
            <a:t> trong đề án này</a:t>
          </a:r>
          <a:r>
            <a:rPr lang="vi-VN" sz="2000" b="1">
              <a:latin typeface="+mj-lt"/>
            </a:rPr>
            <a:t> </a:t>
          </a:r>
          <a:r>
            <a:rPr lang="en-US" sz="2000" b="1">
              <a:latin typeface="+mj-lt"/>
            </a:rPr>
            <a:t>tôi áp dụng thuật toán</a:t>
          </a:r>
          <a:r>
            <a:rPr lang="vi-VN" sz="2000" b="1">
              <a:latin typeface="+mj-lt"/>
            </a:rPr>
            <a:t> trong việc sắp xếp thời khóa biểu. </a:t>
          </a:r>
          <a:endParaRPr lang="en-GB" sz="2000" b="1">
            <a:latin typeface="+mj-lt"/>
          </a:endParaRPr>
        </a:p>
      </dgm:t>
    </dgm:pt>
    <dgm:pt modelId="{05118947-E966-4630-8FC8-EEFBA36D3D3B}" type="parTrans" cxnId="{C16078B0-E0E6-4369-869A-E524EA86ABAF}">
      <dgm:prSet/>
      <dgm:spPr/>
      <dgm:t>
        <a:bodyPr/>
        <a:lstStyle/>
        <a:p>
          <a:endParaRPr lang="en-GB" sz="1200">
            <a:latin typeface="+mj-lt"/>
          </a:endParaRPr>
        </a:p>
      </dgm:t>
    </dgm:pt>
    <dgm:pt modelId="{4D621A7C-8DCE-48A8-9092-85966BB84734}" type="sibTrans" cxnId="{C16078B0-E0E6-4369-869A-E524EA86ABAF}">
      <dgm:prSet/>
      <dgm:spPr/>
      <dgm:t>
        <a:bodyPr/>
        <a:lstStyle/>
        <a:p>
          <a:endParaRPr lang="en-GB" sz="1200">
            <a:latin typeface="+mj-lt"/>
          </a:endParaRPr>
        </a:p>
      </dgm:t>
    </dgm:pt>
    <dgm:pt modelId="{12ED464B-EFC0-4A0F-A8AF-2E14C73F0623}">
      <dgm:prSet custT="1"/>
      <dgm:spPr/>
      <dgm:t>
        <a:bodyPr/>
        <a:lstStyle/>
        <a:p>
          <a:r>
            <a:rPr lang="en-US" sz="2800" b="1">
              <a:latin typeface="+mj-lt"/>
            </a:rPr>
            <a:t>Mục tiêu: </a:t>
          </a:r>
          <a:endParaRPr lang="en-GB" sz="2800" b="1">
            <a:latin typeface="+mj-lt"/>
          </a:endParaRPr>
        </a:p>
      </dgm:t>
    </dgm:pt>
    <dgm:pt modelId="{3BF91A1F-78C8-42BA-AE8C-20653F446C2F}" type="parTrans" cxnId="{BD0A7D59-A65F-4343-B22F-10E96798B40B}">
      <dgm:prSet/>
      <dgm:spPr/>
      <dgm:t>
        <a:bodyPr/>
        <a:lstStyle/>
        <a:p>
          <a:endParaRPr lang="en-GB" sz="1200">
            <a:latin typeface="+mj-lt"/>
          </a:endParaRPr>
        </a:p>
      </dgm:t>
    </dgm:pt>
    <dgm:pt modelId="{EB85985A-4FD1-4241-A51C-2102498F89DD}" type="sibTrans" cxnId="{BD0A7D59-A65F-4343-B22F-10E96798B40B}">
      <dgm:prSet/>
      <dgm:spPr/>
      <dgm:t>
        <a:bodyPr/>
        <a:lstStyle/>
        <a:p>
          <a:endParaRPr lang="en-GB" sz="1200">
            <a:latin typeface="+mj-lt"/>
          </a:endParaRPr>
        </a:p>
      </dgm:t>
    </dgm:pt>
    <dgm:pt modelId="{CBDA908A-D912-4BAF-9A44-A00D27191DAA}">
      <dgm:prSet custT="1"/>
      <dgm:spPr/>
      <dgm:t>
        <a:bodyPr/>
        <a:lstStyle/>
        <a:p>
          <a:pPr algn="just"/>
          <a:r>
            <a:rPr lang="en-US" sz="2000">
              <a:latin typeface="+mj-lt"/>
            </a:rPr>
            <a:t>V</a:t>
          </a:r>
          <a:r>
            <a:rPr lang="vi-VN" sz="2000">
              <a:latin typeface="+mj-lt"/>
            </a:rPr>
            <a:t>iệc lập thời gian biểu không hiệu quả có thể dẫn đến sự lãng phí tài nguyên và giảm năng suất làm việc. </a:t>
          </a:r>
          <a:endParaRPr lang="en-GB" sz="2000">
            <a:latin typeface="+mj-lt"/>
          </a:endParaRPr>
        </a:p>
      </dgm:t>
    </dgm:pt>
    <dgm:pt modelId="{E9C71854-21FD-40E7-917E-BC0584F46865}" type="parTrans" cxnId="{55DF996C-9286-4806-A1E2-6043C1C79AF6}">
      <dgm:prSet/>
      <dgm:spPr/>
      <dgm:t>
        <a:bodyPr/>
        <a:lstStyle/>
        <a:p>
          <a:endParaRPr lang="en-GB" sz="1200">
            <a:latin typeface="+mj-lt"/>
          </a:endParaRPr>
        </a:p>
      </dgm:t>
    </dgm:pt>
    <dgm:pt modelId="{4FD3D990-E37E-41F9-A462-02ACAF4C79F3}" type="sibTrans" cxnId="{55DF996C-9286-4806-A1E2-6043C1C79AF6}">
      <dgm:prSet/>
      <dgm:spPr/>
      <dgm:t>
        <a:bodyPr/>
        <a:lstStyle/>
        <a:p>
          <a:endParaRPr lang="en-GB" sz="1200">
            <a:latin typeface="+mj-lt"/>
          </a:endParaRPr>
        </a:p>
      </dgm:t>
    </dgm:pt>
    <dgm:pt modelId="{D274B87A-3906-4B3F-9B5D-886835AE8069}">
      <dgm:prSet custT="1"/>
      <dgm:spPr/>
      <dgm:t>
        <a:bodyPr/>
        <a:lstStyle/>
        <a:p>
          <a:pPr algn="just"/>
          <a:r>
            <a:rPr lang="en-US" sz="2000">
              <a:latin typeface="+mj-lt"/>
            </a:rPr>
            <a:t>Á</a:t>
          </a:r>
          <a:r>
            <a:rPr lang="vi-VN" sz="2000">
              <a:latin typeface="+mj-lt"/>
            </a:rPr>
            <a:t>p dụng GA để tối ưu hóa quy trình sắp xếp thời khóa biểu bằng cách kết hợp các yếu tố như sở thích cá nhân, khả năng của giảng viên và hạn chế về phòng học</a:t>
          </a:r>
          <a:r>
            <a:rPr lang="en-US" sz="2000">
              <a:latin typeface="+mj-lt"/>
            </a:rPr>
            <a:t>.</a:t>
          </a:r>
          <a:endParaRPr lang="en-GB" sz="2000">
            <a:latin typeface="+mj-lt"/>
          </a:endParaRPr>
        </a:p>
      </dgm:t>
    </dgm:pt>
    <dgm:pt modelId="{A3AD4D93-B51F-41D5-889B-07EF081CE7E5}" type="parTrans" cxnId="{5C4A57CE-11ED-4A01-8F23-A61FE2FF2ED5}">
      <dgm:prSet/>
      <dgm:spPr/>
      <dgm:t>
        <a:bodyPr/>
        <a:lstStyle/>
        <a:p>
          <a:endParaRPr lang="en-GB" sz="1200">
            <a:latin typeface="+mj-lt"/>
          </a:endParaRPr>
        </a:p>
      </dgm:t>
    </dgm:pt>
    <dgm:pt modelId="{07A504BF-C18D-452B-A079-1F73A5353DB9}" type="sibTrans" cxnId="{5C4A57CE-11ED-4A01-8F23-A61FE2FF2ED5}">
      <dgm:prSet/>
      <dgm:spPr/>
      <dgm:t>
        <a:bodyPr/>
        <a:lstStyle/>
        <a:p>
          <a:endParaRPr lang="en-GB" sz="1200">
            <a:latin typeface="+mj-lt"/>
          </a:endParaRPr>
        </a:p>
      </dgm:t>
    </dgm:pt>
    <dgm:pt modelId="{49EA5E39-BFB7-42F0-8F9A-250230812610}">
      <dgm:prSet custT="1"/>
      <dgm:spPr/>
      <dgm:t>
        <a:bodyPr/>
        <a:lstStyle/>
        <a:p>
          <a:pPr algn="just"/>
          <a:r>
            <a:rPr lang="en-US" sz="2000">
              <a:latin typeface="+mj-lt"/>
            </a:rPr>
            <a:t>T</a:t>
          </a:r>
          <a:r>
            <a:rPr lang="vi-VN" sz="2000">
              <a:latin typeface="+mj-lt"/>
            </a:rPr>
            <a:t>ối ưu hóa việc sử dụng tài nguyên giáo dục, cải thiện trải nghiệm học tập và giảm thiểu xung đột lịch trình. </a:t>
          </a:r>
          <a:endParaRPr lang="en-GB" sz="2000">
            <a:latin typeface="+mj-lt"/>
          </a:endParaRPr>
        </a:p>
      </dgm:t>
    </dgm:pt>
    <dgm:pt modelId="{FF8C96A0-E0B1-450F-BE51-DED0B77DC789}" type="parTrans" cxnId="{6F2D3964-0CB4-4E45-AB66-E972D3F83A63}">
      <dgm:prSet/>
      <dgm:spPr/>
      <dgm:t>
        <a:bodyPr/>
        <a:lstStyle/>
        <a:p>
          <a:endParaRPr lang="en-GB" sz="1200">
            <a:latin typeface="+mj-lt"/>
          </a:endParaRPr>
        </a:p>
      </dgm:t>
    </dgm:pt>
    <dgm:pt modelId="{BE31258E-60CC-4246-B9E3-A5FA399DAE45}" type="sibTrans" cxnId="{6F2D3964-0CB4-4E45-AB66-E972D3F83A63}">
      <dgm:prSet/>
      <dgm:spPr/>
      <dgm:t>
        <a:bodyPr/>
        <a:lstStyle/>
        <a:p>
          <a:endParaRPr lang="en-GB" sz="1200">
            <a:latin typeface="+mj-lt"/>
          </a:endParaRPr>
        </a:p>
      </dgm:t>
    </dgm:pt>
    <dgm:pt modelId="{7D62CD10-D5A5-4B5E-AD70-A6C43ABB21B2}" type="pres">
      <dgm:prSet presAssocID="{39EDB2C4-05DF-4303-9C63-7908AB535610}" presName="Name0" presStyleCnt="0">
        <dgm:presLayoutVars>
          <dgm:dir/>
          <dgm:animLvl val="lvl"/>
          <dgm:resizeHandles val="exact"/>
        </dgm:presLayoutVars>
      </dgm:prSet>
      <dgm:spPr/>
    </dgm:pt>
    <dgm:pt modelId="{A96B7C3D-C9D1-4B56-8BBE-BCEE0C402FA4}" type="pres">
      <dgm:prSet presAssocID="{5F60D7BE-0069-41B4-82A9-E15F6D0EF7B6}" presName="linNode" presStyleCnt="0"/>
      <dgm:spPr/>
    </dgm:pt>
    <dgm:pt modelId="{576F6103-C1AB-4FCD-9236-B7CE48ED9A60}" type="pres">
      <dgm:prSet presAssocID="{5F60D7BE-0069-41B4-82A9-E15F6D0EF7B6}" presName="parentText" presStyleLbl="node1" presStyleIdx="0" presStyleCnt="2" custScaleX="277778" custScaleY="46176">
        <dgm:presLayoutVars>
          <dgm:chMax val="1"/>
          <dgm:bulletEnabled val="1"/>
        </dgm:presLayoutVars>
      </dgm:prSet>
      <dgm:spPr/>
    </dgm:pt>
    <dgm:pt modelId="{2A204336-9CF6-4B1A-9408-6E76AEA8E4B6}" type="pres">
      <dgm:prSet presAssocID="{4D621A7C-8DCE-48A8-9092-85966BB84734}" presName="sp" presStyleCnt="0"/>
      <dgm:spPr/>
    </dgm:pt>
    <dgm:pt modelId="{EF06FA49-6544-4DE9-A4EE-0133C31C1898}" type="pres">
      <dgm:prSet presAssocID="{12ED464B-EFC0-4A0F-A8AF-2E14C73F0623}" presName="linNode" presStyleCnt="0"/>
      <dgm:spPr/>
    </dgm:pt>
    <dgm:pt modelId="{80A86036-AFF1-4D0C-AD57-271238B6DDEE}" type="pres">
      <dgm:prSet presAssocID="{12ED464B-EFC0-4A0F-A8AF-2E14C73F0623}" presName="parentText" presStyleLbl="node1" presStyleIdx="1" presStyleCnt="2" custScaleX="73861">
        <dgm:presLayoutVars>
          <dgm:chMax val="1"/>
          <dgm:bulletEnabled val="1"/>
        </dgm:presLayoutVars>
      </dgm:prSet>
      <dgm:spPr/>
    </dgm:pt>
    <dgm:pt modelId="{6D0B69A7-4CC9-4370-8E90-BDB77ED38C3E}" type="pres">
      <dgm:prSet presAssocID="{12ED464B-EFC0-4A0F-A8AF-2E14C73F0623}" presName="descendantText" presStyleLbl="alignAccFollowNode1" presStyleIdx="0" presStyleCnt="1" custScaleX="123396" custScaleY="113577">
        <dgm:presLayoutVars>
          <dgm:bulletEnabled val="1"/>
        </dgm:presLayoutVars>
      </dgm:prSet>
      <dgm:spPr/>
    </dgm:pt>
  </dgm:ptLst>
  <dgm:cxnLst>
    <dgm:cxn modelId="{0E8C6D04-F307-47FD-904A-E3BAD10CE52B}" type="presOf" srcId="{39EDB2C4-05DF-4303-9C63-7908AB535610}" destId="{7D62CD10-D5A5-4B5E-AD70-A6C43ABB21B2}" srcOrd="0" destOrd="0" presId="urn:microsoft.com/office/officeart/2005/8/layout/vList5"/>
    <dgm:cxn modelId="{7E20523C-A790-4413-A0E5-1C3185CC36B6}" type="presOf" srcId="{CBDA908A-D912-4BAF-9A44-A00D27191DAA}" destId="{6D0B69A7-4CC9-4370-8E90-BDB77ED38C3E}" srcOrd="0" destOrd="0" presId="urn:microsoft.com/office/officeart/2005/8/layout/vList5"/>
    <dgm:cxn modelId="{6F2D3964-0CB4-4E45-AB66-E972D3F83A63}" srcId="{12ED464B-EFC0-4A0F-A8AF-2E14C73F0623}" destId="{49EA5E39-BFB7-42F0-8F9A-250230812610}" srcOrd="2" destOrd="0" parTransId="{FF8C96A0-E0B1-450F-BE51-DED0B77DC789}" sibTransId="{BE31258E-60CC-4246-B9E3-A5FA399DAE45}"/>
    <dgm:cxn modelId="{E0EF236A-146F-4D42-8324-C4018BA8A7B8}" type="presOf" srcId="{12ED464B-EFC0-4A0F-A8AF-2E14C73F0623}" destId="{80A86036-AFF1-4D0C-AD57-271238B6DDEE}" srcOrd="0" destOrd="0" presId="urn:microsoft.com/office/officeart/2005/8/layout/vList5"/>
    <dgm:cxn modelId="{55DF996C-9286-4806-A1E2-6043C1C79AF6}" srcId="{12ED464B-EFC0-4A0F-A8AF-2E14C73F0623}" destId="{CBDA908A-D912-4BAF-9A44-A00D27191DAA}" srcOrd="0" destOrd="0" parTransId="{E9C71854-21FD-40E7-917E-BC0584F46865}" sibTransId="{4FD3D990-E37E-41F9-A462-02ACAF4C79F3}"/>
    <dgm:cxn modelId="{DD11CF4E-E74A-4284-9662-5D554996FF4C}" type="presOf" srcId="{49EA5E39-BFB7-42F0-8F9A-250230812610}" destId="{6D0B69A7-4CC9-4370-8E90-BDB77ED38C3E}" srcOrd="0" destOrd="2" presId="urn:microsoft.com/office/officeart/2005/8/layout/vList5"/>
    <dgm:cxn modelId="{BD0A7D59-A65F-4343-B22F-10E96798B40B}" srcId="{39EDB2C4-05DF-4303-9C63-7908AB535610}" destId="{12ED464B-EFC0-4A0F-A8AF-2E14C73F0623}" srcOrd="1" destOrd="0" parTransId="{3BF91A1F-78C8-42BA-AE8C-20653F446C2F}" sibTransId="{EB85985A-4FD1-4241-A51C-2102498F89DD}"/>
    <dgm:cxn modelId="{AB7EF779-328A-4EF5-AAC1-3B7E72FE292F}" type="presOf" srcId="{D274B87A-3906-4B3F-9B5D-886835AE8069}" destId="{6D0B69A7-4CC9-4370-8E90-BDB77ED38C3E}" srcOrd="0" destOrd="1" presId="urn:microsoft.com/office/officeart/2005/8/layout/vList5"/>
    <dgm:cxn modelId="{C16078B0-E0E6-4369-869A-E524EA86ABAF}" srcId="{39EDB2C4-05DF-4303-9C63-7908AB535610}" destId="{5F60D7BE-0069-41B4-82A9-E15F6D0EF7B6}" srcOrd="0" destOrd="0" parTransId="{05118947-E966-4630-8FC8-EEFBA36D3D3B}" sibTransId="{4D621A7C-8DCE-48A8-9092-85966BB84734}"/>
    <dgm:cxn modelId="{5C4A57CE-11ED-4A01-8F23-A61FE2FF2ED5}" srcId="{12ED464B-EFC0-4A0F-A8AF-2E14C73F0623}" destId="{D274B87A-3906-4B3F-9B5D-886835AE8069}" srcOrd="1" destOrd="0" parTransId="{A3AD4D93-B51F-41D5-889B-07EF081CE7E5}" sibTransId="{07A504BF-C18D-452B-A079-1F73A5353DB9}"/>
    <dgm:cxn modelId="{2B7E00E9-703E-447C-984B-C7A2D0CCB836}" type="presOf" srcId="{5F60D7BE-0069-41B4-82A9-E15F6D0EF7B6}" destId="{576F6103-C1AB-4FCD-9236-B7CE48ED9A60}" srcOrd="0" destOrd="0" presId="urn:microsoft.com/office/officeart/2005/8/layout/vList5"/>
    <dgm:cxn modelId="{46F4875A-7CBC-4FF6-A043-A9B7C4D220EC}" type="presParOf" srcId="{7D62CD10-D5A5-4B5E-AD70-A6C43ABB21B2}" destId="{A96B7C3D-C9D1-4B56-8BBE-BCEE0C402FA4}" srcOrd="0" destOrd="0" presId="urn:microsoft.com/office/officeart/2005/8/layout/vList5"/>
    <dgm:cxn modelId="{E50B34EA-E151-442E-8BFF-C2C679A9384D}" type="presParOf" srcId="{A96B7C3D-C9D1-4B56-8BBE-BCEE0C402FA4}" destId="{576F6103-C1AB-4FCD-9236-B7CE48ED9A60}" srcOrd="0" destOrd="0" presId="urn:microsoft.com/office/officeart/2005/8/layout/vList5"/>
    <dgm:cxn modelId="{F36ED74D-7C98-4530-A3E6-FEDFAD0DA814}" type="presParOf" srcId="{7D62CD10-D5A5-4B5E-AD70-A6C43ABB21B2}" destId="{2A204336-9CF6-4B1A-9408-6E76AEA8E4B6}" srcOrd="1" destOrd="0" presId="urn:microsoft.com/office/officeart/2005/8/layout/vList5"/>
    <dgm:cxn modelId="{A88080BD-2DE5-4CA4-95DF-066405C01116}" type="presParOf" srcId="{7D62CD10-D5A5-4B5E-AD70-A6C43ABB21B2}" destId="{EF06FA49-6544-4DE9-A4EE-0133C31C1898}" srcOrd="2" destOrd="0" presId="urn:microsoft.com/office/officeart/2005/8/layout/vList5"/>
    <dgm:cxn modelId="{53CE0EDA-2119-4B81-B316-CB71FE827E15}" type="presParOf" srcId="{EF06FA49-6544-4DE9-A4EE-0133C31C1898}" destId="{80A86036-AFF1-4D0C-AD57-271238B6DDEE}" srcOrd="0" destOrd="0" presId="urn:microsoft.com/office/officeart/2005/8/layout/vList5"/>
    <dgm:cxn modelId="{CFF187D8-8553-4EEC-8275-3C50B10AE663}" type="presParOf" srcId="{EF06FA49-6544-4DE9-A4EE-0133C31C1898}" destId="{6D0B69A7-4CC9-4370-8E90-BDB77ED38C3E}"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82AC1C-87EC-4A5A-88D5-DAC1F922FF21}" type="doc">
      <dgm:prSet loTypeId="urn:microsoft.com/office/officeart/2005/8/layout/hProcess10" loCatId="process" qsTypeId="urn:microsoft.com/office/officeart/2005/8/quickstyle/simple3" qsCatId="simple" csTypeId="urn:microsoft.com/office/officeart/2005/8/colors/colorful1" csCatId="colorful" phldr="1"/>
      <dgm:spPr/>
      <dgm:t>
        <a:bodyPr/>
        <a:lstStyle/>
        <a:p>
          <a:endParaRPr lang="en-GB"/>
        </a:p>
      </dgm:t>
    </dgm:pt>
    <dgm:pt modelId="{D615F808-7423-449E-B1CE-5183680C0CEB}">
      <dgm:prSet/>
      <dgm:spPr/>
      <dgm:t>
        <a:bodyPr/>
        <a:lstStyle/>
        <a:p>
          <a:pPr algn="just"/>
          <a:r>
            <a:rPr lang="vi-VN" b="0">
              <a:solidFill>
                <a:schemeClr val="accent2"/>
              </a:solidFill>
            </a:rPr>
            <a:t>Việc phát triển hệ thống sắp xếp thời khóa biểu hiệu quả là cần thiết nhằm </a:t>
          </a:r>
          <a:r>
            <a:rPr lang="vi-VN" b="1">
              <a:solidFill>
                <a:schemeClr val="accent2"/>
              </a:solidFill>
            </a:rPr>
            <a:t>tối ưu hóa việc sử dụng tài nguyên </a:t>
          </a:r>
          <a:r>
            <a:rPr lang="vi-VN" b="0">
              <a:solidFill>
                <a:schemeClr val="accent2"/>
              </a:solidFill>
            </a:rPr>
            <a:t>giáo dục và nâng cao </a:t>
          </a:r>
          <a:r>
            <a:rPr lang="vi-VN" b="1">
              <a:solidFill>
                <a:schemeClr val="accent2"/>
              </a:solidFill>
            </a:rPr>
            <a:t>trải nghiệm học tập. </a:t>
          </a:r>
          <a:endParaRPr lang="en-GB" b="1">
            <a:solidFill>
              <a:schemeClr val="accent2"/>
            </a:solidFill>
          </a:endParaRPr>
        </a:p>
      </dgm:t>
    </dgm:pt>
    <dgm:pt modelId="{DACD446E-094E-4555-A85A-0A2C0DAE4568}" type="parTrans" cxnId="{F582D5ED-69AC-40C1-8775-9B96AE863C82}">
      <dgm:prSet/>
      <dgm:spPr/>
      <dgm:t>
        <a:bodyPr/>
        <a:lstStyle/>
        <a:p>
          <a:pPr algn="just"/>
          <a:endParaRPr lang="en-GB"/>
        </a:p>
      </dgm:t>
    </dgm:pt>
    <dgm:pt modelId="{81EC29AB-1E84-48F2-8001-E0615B9A2AE5}" type="sibTrans" cxnId="{F582D5ED-69AC-40C1-8775-9B96AE863C82}">
      <dgm:prSet/>
      <dgm:spPr/>
      <dgm:t>
        <a:bodyPr/>
        <a:lstStyle/>
        <a:p>
          <a:pPr algn="just"/>
          <a:endParaRPr lang="en-GB"/>
        </a:p>
      </dgm:t>
    </dgm:pt>
    <dgm:pt modelId="{D26BAC5F-C6E0-4F3C-97C4-D8A998AFD83C}">
      <dgm:prSet custT="1"/>
      <dgm:spPr/>
      <dgm:t>
        <a:bodyPr/>
        <a:lstStyle/>
        <a:p>
          <a:pPr algn="just"/>
          <a:r>
            <a:rPr lang="en-US" sz="1800" b="0">
              <a:solidFill>
                <a:schemeClr val="accent2"/>
              </a:solidFill>
            </a:rPr>
            <a:t>G</a:t>
          </a:r>
          <a:r>
            <a:rPr lang="vi-VN" sz="1800" b="0">
              <a:solidFill>
                <a:schemeClr val="accent2"/>
              </a:solidFill>
            </a:rPr>
            <a:t>iải thuật này cho phép cân nhắc nhiều </a:t>
          </a:r>
          <a:r>
            <a:rPr lang="vi-VN" sz="1800" b="1">
              <a:solidFill>
                <a:schemeClr val="accent2"/>
              </a:solidFill>
            </a:rPr>
            <a:t>yếu tố như sở thích của giảng viên</a:t>
          </a:r>
          <a:r>
            <a:rPr lang="vi-VN" sz="1800" b="0">
              <a:solidFill>
                <a:schemeClr val="accent2"/>
              </a:solidFill>
            </a:rPr>
            <a:t>, yêu cầu của sinh viên và </a:t>
          </a:r>
          <a:r>
            <a:rPr lang="vi-VN" sz="1800" b="1">
              <a:solidFill>
                <a:schemeClr val="accent2"/>
              </a:solidFill>
            </a:rPr>
            <a:t>hạn chế về cơ sở vật chất, </a:t>
          </a:r>
          <a:r>
            <a:rPr lang="vi-VN" sz="1800" b="0">
              <a:solidFill>
                <a:schemeClr val="accent2"/>
              </a:solidFill>
            </a:rPr>
            <a:t>từ đó tạo ra các lịch trình tối ưu giúp giảm thiểu xung đột và nâng cao hiệu suất học tập.</a:t>
          </a:r>
          <a:endParaRPr lang="en-GB" sz="1800" b="0">
            <a:solidFill>
              <a:schemeClr val="accent2"/>
            </a:solidFill>
          </a:endParaRPr>
        </a:p>
      </dgm:t>
    </dgm:pt>
    <dgm:pt modelId="{82CFD7E6-5C9E-45AF-A1AE-496E3CD36DA3}" type="parTrans" cxnId="{90DA56DB-8B22-4633-B77B-5943D134AE81}">
      <dgm:prSet/>
      <dgm:spPr/>
      <dgm:t>
        <a:bodyPr/>
        <a:lstStyle/>
        <a:p>
          <a:pPr algn="just"/>
          <a:endParaRPr lang="en-GB"/>
        </a:p>
      </dgm:t>
    </dgm:pt>
    <dgm:pt modelId="{11310897-18C8-4550-BA71-C72F59B19E68}" type="sibTrans" cxnId="{90DA56DB-8B22-4633-B77B-5943D134AE81}">
      <dgm:prSet/>
      <dgm:spPr/>
      <dgm:t>
        <a:bodyPr/>
        <a:lstStyle/>
        <a:p>
          <a:pPr algn="just"/>
          <a:endParaRPr lang="en-GB"/>
        </a:p>
      </dgm:t>
    </dgm:pt>
    <dgm:pt modelId="{E1719A9D-45E0-4223-AE22-4F81646CBF3B}">
      <dgm:prSet custT="1"/>
      <dgm:spPr/>
      <dgm:t>
        <a:bodyPr/>
        <a:lstStyle/>
        <a:p>
          <a:pPr algn="just"/>
          <a:r>
            <a:rPr lang="vi-VN" sz="1800" b="0">
              <a:solidFill>
                <a:schemeClr val="accent2"/>
              </a:solidFill>
            </a:rPr>
            <a:t>Ứng dụng giải thuật di truyền (GA) </a:t>
          </a:r>
          <a:r>
            <a:rPr lang="vi-VN" sz="1800" b="1">
              <a:solidFill>
                <a:schemeClr val="accent2"/>
              </a:solidFill>
            </a:rPr>
            <a:t>kết hợp với dữ liệu từ các nguồn khác nhau </a:t>
          </a:r>
          <a:r>
            <a:rPr lang="vi-VN" sz="1800" b="0">
              <a:solidFill>
                <a:schemeClr val="accent2"/>
              </a:solidFill>
            </a:rPr>
            <a:t>đang mở ra hướng tiếp cận </a:t>
          </a:r>
          <a:r>
            <a:rPr lang="en-US" sz="1800" b="0">
              <a:solidFill>
                <a:schemeClr val="accent2"/>
              </a:solidFill>
            </a:rPr>
            <a:t>khác</a:t>
          </a:r>
          <a:r>
            <a:rPr lang="vi-VN" sz="1800" b="0">
              <a:solidFill>
                <a:schemeClr val="accent2"/>
              </a:solidFill>
            </a:rPr>
            <a:t>, chính xác và hiệu quả hơn trong việc lập thời khóa biểu.</a:t>
          </a:r>
          <a:endParaRPr lang="en-GB" sz="1800" b="0">
            <a:solidFill>
              <a:schemeClr val="accent2"/>
            </a:solidFill>
          </a:endParaRPr>
        </a:p>
      </dgm:t>
    </dgm:pt>
    <dgm:pt modelId="{952CA0E8-EA07-4CF1-8287-5A01322154A4}" type="parTrans" cxnId="{F778709C-EF42-4069-BC7A-E0AD81A83FA0}">
      <dgm:prSet/>
      <dgm:spPr/>
      <dgm:t>
        <a:bodyPr/>
        <a:lstStyle/>
        <a:p>
          <a:pPr algn="just"/>
          <a:endParaRPr lang="en-GB"/>
        </a:p>
      </dgm:t>
    </dgm:pt>
    <dgm:pt modelId="{F76B8FBD-77DE-488D-8169-7D9949791C27}" type="sibTrans" cxnId="{F778709C-EF42-4069-BC7A-E0AD81A83FA0}">
      <dgm:prSet/>
      <dgm:spPr/>
      <dgm:t>
        <a:bodyPr/>
        <a:lstStyle/>
        <a:p>
          <a:pPr algn="just"/>
          <a:endParaRPr lang="en-GB"/>
        </a:p>
      </dgm:t>
    </dgm:pt>
    <dgm:pt modelId="{DD0A48CC-BA45-4570-9A54-45DC1CD547ED}" type="pres">
      <dgm:prSet presAssocID="{7A82AC1C-87EC-4A5A-88D5-DAC1F922FF21}" presName="Name0" presStyleCnt="0">
        <dgm:presLayoutVars>
          <dgm:dir/>
          <dgm:resizeHandles val="exact"/>
        </dgm:presLayoutVars>
      </dgm:prSet>
      <dgm:spPr/>
    </dgm:pt>
    <dgm:pt modelId="{8F9BE1D7-6690-4470-8822-28BEE5CB0DF0}" type="pres">
      <dgm:prSet presAssocID="{D615F808-7423-449E-B1CE-5183680C0CEB}" presName="composite" presStyleCnt="0"/>
      <dgm:spPr/>
    </dgm:pt>
    <dgm:pt modelId="{6AF2B54F-5578-4B7D-83BB-42011B303000}" type="pres">
      <dgm:prSet presAssocID="{D615F808-7423-449E-B1CE-5183680C0CEB}" presName="imagSh" presStyleLbl="bgImgPlace1" presStyleIdx="0" presStyleCnt="3"/>
      <dgm:spPr>
        <a:blipFill rotWithShape="1">
          <a:blip xmlns:r="http://schemas.openxmlformats.org/officeDocument/2006/relationships" r:embed="rId1">
            <a:duotone>
              <a:prstClr val="black"/>
              <a:schemeClr val="accent5">
                <a:tint val="45000"/>
                <a:satMod val="400000"/>
              </a:schemeClr>
            </a:duotone>
          </a:blip>
          <a:srcRect/>
          <a:stretch>
            <a:fillRect l="-38000" r="-38000"/>
          </a:stretch>
        </a:blipFill>
      </dgm:spPr>
    </dgm:pt>
    <dgm:pt modelId="{402E2ECD-0515-4BC6-BA93-32634BDD88FD}" type="pres">
      <dgm:prSet presAssocID="{D615F808-7423-449E-B1CE-5183680C0CEB}" presName="txNode" presStyleLbl="node1" presStyleIdx="0" presStyleCnt="3" custScaleX="137382">
        <dgm:presLayoutVars>
          <dgm:bulletEnabled val="1"/>
        </dgm:presLayoutVars>
      </dgm:prSet>
      <dgm:spPr/>
    </dgm:pt>
    <dgm:pt modelId="{A2B63AEA-863C-471D-B082-A6129EF8E915}" type="pres">
      <dgm:prSet presAssocID="{81EC29AB-1E84-48F2-8001-E0615B9A2AE5}" presName="sibTrans" presStyleLbl="sibTrans2D1" presStyleIdx="0" presStyleCnt="2"/>
      <dgm:spPr/>
    </dgm:pt>
    <dgm:pt modelId="{A37E4EAF-592F-4936-A03A-DC7F666A8031}" type="pres">
      <dgm:prSet presAssocID="{81EC29AB-1E84-48F2-8001-E0615B9A2AE5}" presName="connTx" presStyleLbl="sibTrans2D1" presStyleIdx="0" presStyleCnt="2"/>
      <dgm:spPr/>
    </dgm:pt>
    <dgm:pt modelId="{465C0A6F-4B14-4FAE-AC9A-974767CD5393}" type="pres">
      <dgm:prSet presAssocID="{E1719A9D-45E0-4223-AE22-4F81646CBF3B}" presName="composite" presStyleCnt="0"/>
      <dgm:spPr/>
    </dgm:pt>
    <dgm:pt modelId="{D028B60C-4694-4029-BD7E-6129C424714E}" type="pres">
      <dgm:prSet presAssocID="{E1719A9D-45E0-4223-AE22-4F81646CBF3B}" presName="imagSh" presStyleLbl="bgImgPlace1" presStyleIdx="1" presStyleCnt="3"/>
      <dgm:spPr>
        <a:blipFill rotWithShape="1">
          <a:blip xmlns:r="http://schemas.openxmlformats.org/officeDocument/2006/relationships" r:embed="rId2">
            <a:duotone>
              <a:prstClr val="black"/>
              <a:schemeClr val="accent6">
                <a:tint val="45000"/>
                <a:satMod val="400000"/>
              </a:schemeClr>
            </a:duotone>
          </a:blip>
          <a:srcRect/>
          <a:stretch>
            <a:fillRect l="-67000" r="-67000"/>
          </a:stretch>
        </a:blipFill>
      </dgm:spPr>
    </dgm:pt>
    <dgm:pt modelId="{F006D8D4-8506-44EC-BA13-1296CEB3FF52}" type="pres">
      <dgm:prSet presAssocID="{E1719A9D-45E0-4223-AE22-4F81646CBF3B}" presName="txNode" presStyleLbl="node1" presStyleIdx="1" presStyleCnt="3" custScaleX="121568">
        <dgm:presLayoutVars>
          <dgm:bulletEnabled val="1"/>
        </dgm:presLayoutVars>
      </dgm:prSet>
      <dgm:spPr/>
    </dgm:pt>
    <dgm:pt modelId="{C3BBCF53-622B-48E9-98DD-7271187BB920}" type="pres">
      <dgm:prSet presAssocID="{F76B8FBD-77DE-488D-8169-7D9949791C27}" presName="sibTrans" presStyleLbl="sibTrans2D1" presStyleIdx="1" presStyleCnt="2"/>
      <dgm:spPr/>
    </dgm:pt>
    <dgm:pt modelId="{1D523452-30F0-4B4E-AC01-14AE56FD25C5}" type="pres">
      <dgm:prSet presAssocID="{F76B8FBD-77DE-488D-8169-7D9949791C27}" presName="connTx" presStyleLbl="sibTrans2D1" presStyleIdx="1" presStyleCnt="2"/>
      <dgm:spPr/>
    </dgm:pt>
    <dgm:pt modelId="{E8DEDEAC-492F-463E-98E8-B2CE0FC45194}" type="pres">
      <dgm:prSet presAssocID="{D26BAC5F-C6E0-4F3C-97C4-D8A998AFD83C}" presName="composite" presStyleCnt="0"/>
      <dgm:spPr/>
    </dgm:pt>
    <dgm:pt modelId="{6C9B64A7-0AF2-4AB4-A795-97640A9786B9}" type="pres">
      <dgm:prSet presAssocID="{D26BAC5F-C6E0-4F3C-97C4-D8A998AFD83C}" presName="imagSh" presStyleLbl="bgImgPlace1" presStyleIdx="2" presStyleCnt="3"/>
      <dgm:spPr>
        <a:blipFill rotWithShape="1">
          <a:blip xmlns:r="http://schemas.openxmlformats.org/officeDocument/2006/relationships" r:embed="rId3">
            <a:duotone>
              <a:prstClr val="black"/>
              <a:schemeClr val="accent1">
                <a:tint val="45000"/>
                <a:satMod val="400000"/>
              </a:schemeClr>
            </a:duotone>
          </a:blip>
          <a:srcRect/>
          <a:stretch>
            <a:fillRect l="-32000" r="-32000"/>
          </a:stretch>
        </a:blipFill>
      </dgm:spPr>
    </dgm:pt>
    <dgm:pt modelId="{6A8A99A9-7FC0-4A13-B04A-9D965E6A8C6A}" type="pres">
      <dgm:prSet presAssocID="{D26BAC5F-C6E0-4F3C-97C4-D8A998AFD83C}" presName="txNode" presStyleLbl="node1" presStyleIdx="2" presStyleCnt="3" custScaleX="180825">
        <dgm:presLayoutVars>
          <dgm:bulletEnabled val="1"/>
        </dgm:presLayoutVars>
      </dgm:prSet>
      <dgm:spPr/>
    </dgm:pt>
  </dgm:ptLst>
  <dgm:cxnLst>
    <dgm:cxn modelId="{A7190456-90BC-4EB5-8F7D-A43504EB37E5}" type="presOf" srcId="{81EC29AB-1E84-48F2-8001-E0615B9A2AE5}" destId="{A37E4EAF-592F-4936-A03A-DC7F666A8031}" srcOrd="1" destOrd="0" presId="urn:microsoft.com/office/officeart/2005/8/layout/hProcess10"/>
    <dgm:cxn modelId="{655FF385-AE7C-46C6-91D2-127C01EED689}" type="presOf" srcId="{E1719A9D-45E0-4223-AE22-4F81646CBF3B}" destId="{F006D8D4-8506-44EC-BA13-1296CEB3FF52}" srcOrd="0" destOrd="0" presId="urn:microsoft.com/office/officeart/2005/8/layout/hProcess10"/>
    <dgm:cxn modelId="{575C688E-B49A-4E72-B190-715CFD18131C}" type="presOf" srcId="{F76B8FBD-77DE-488D-8169-7D9949791C27}" destId="{1D523452-30F0-4B4E-AC01-14AE56FD25C5}" srcOrd="1" destOrd="0" presId="urn:microsoft.com/office/officeart/2005/8/layout/hProcess10"/>
    <dgm:cxn modelId="{2934888F-05D9-4333-B605-744FB8C37F8B}" type="presOf" srcId="{F76B8FBD-77DE-488D-8169-7D9949791C27}" destId="{C3BBCF53-622B-48E9-98DD-7271187BB920}" srcOrd="0" destOrd="0" presId="urn:microsoft.com/office/officeart/2005/8/layout/hProcess10"/>
    <dgm:cxn modelId="{F778709C-EF42-4069-BC7A-E0AD81A83FA0}" srcId="{7A82AC1C-87EC-4A5A-88D5-DAC1F922FF21}" destId="{E1719A9D-45E0-4223-AE22-4F81646CBF3B}" srcOrd="1" destOrd="0" parTransId="{952CA0E8-EA07-4CF1-8287-5A01322154A4}" sibTransId="{F76B8FBD-77DE-488D-8169-7D9949791C27}"/>
    <dgm:cxn modelId="{3CB27CB2-D2EF-40D6-BCF4-3998BF951DEE}" type="presOf" srcId="{D26BAC5F-C6E0-4F3C-97C4-D8A998AFD83C}" destId="{6A8A99A9-7FC0-4A13-B04A-9D965E6A8C6A}" srcOrd="0" destOrd="0" presId="urn:microsoft.com/office/officeart/2005/8/layout/hProcess10"/>
    <dgm:cxn modelId="{9E98ADD0-8F7E-46D7-AB29-DFDA4A722785}" type="presOf" srcId="{D615F808-7423-449E-B1CE-5183680C0CEB}" destId="{402E2ECD-0515-4BC6-BA93-32634BDD88FD}" srcOrd="0" destOrd="0" presId="urn:microsoft.com/office/officeart/2005/8/layout/hProcess10"/>
    <dgm:cxn modelId="{1BCBDFD6-40FC-4C9E-ACD0-FD2C1ED89991}" type="presOf" srcId="{7A82AC1C-87EC-4A5A-88D5-DAC1F922FF21}" destId="{DD0A48CC-BA45-4570-9A54-45DC1CD547ED}" srcOrd="0" destOrd="0" presId="urn:microsoft.com/office/officeart/2005/8/layout/hProcess10"/>
    <dgm:cxn modelId="{90DA56DB-8B22-4633-B77B-5943D134AE81}" srcId="{7A82AC1C-87EC-4A5A-88D5-DAC1F922FF21}" destId="{D26BAC5F-C6E0-4F3C-97C4-D8A998AFD83C}" srcOrd="2" destOrd="0" parTransId="{82CFD7E6-5C9E-45AF-A1AE-496E3CD36DA3}" sibTransId="{11310897-18C8-4550-BA71-C72F59B19E68}"/>
    <dgm:cxn modelId="{F582D5ED-69AC-40C1-8775-9B96AE863C82}" srcId="{7A82AC1C-87EC-4A5A-88D5-DAC1F922FF21}" destId="{D615F808-7423-449E-B1CE-5183680C0CEB}" srcOrd="0" destOrd="0" parTransId="{DACD446E-094E-4555-A85A-0A2C0DAE4568}" sibTransId="{81EC29AB-1E84-48F2-8001-E0615B9A2AE5}"/>
    <dgm:cxn modelId="{97DA72F0-C693-4F60-A006-F006A229A261}" type="presOf" srcId="{81EC29AB-1E84-48F2-8001-E0615B9A2AE5}" destId="{A2B63AEA-863C-471D-B082-A6129EF8E915}" srcOrd="0" destOrd="0" presId="urn:microsoft.com/office/officeart/2005/8/layout/hProcess10"/>
    <dgm:cxn modelId="{6EFE297A-2505-4B18-8CF7-1A2D3FF554FE}" type="presParOf" srcId="{DD0A48CC-BA45-4570-9A54-45DC1CD547ED}" destId="{8F9BE1D7-6690-4470-8822-28BEE5CB0DF0}" srcOrd="0" destOrd="0" presId="urn:microsoft.com/office/officeart/2005/8/layout/hProcess10"/>
    <dgm:cxn modelId="{7770A2A2-2FAD-45A8-8DFE-F6B40F1914A2}" type="presParOf" srcId="{8F9BE1D7-6690-4470-8822-28BEE5CB0DF0}" destId="{6AF2B54F-5578-4B7D-83BB-42011B303000}" srcOrd="0" destOrd="0" presId="urn:microsoft.com/office/officeart/2005/8/layout/hProcess10"/>
    <dgm:cxn modelId="{29B57634-39CF-49FD-AEE2-E320FE11A160}" type="presParOf" srcId="{8F9BE1D7-6690-4470-8822-28BEE5CB0DF0}" destId="{402E2ECD-0515-4BC6-BA93-32634BDD88FD}" srcOrd="1" destOrd="0" presId="urn:microsoft.com/office/officeart/2005/8/layout/hProcess10"/>
    <dgm:cxn modelId="{41DE1D01-0AA1-42C9-87F4-FE6784CD7817}" type="presParOf" srcId="{DD0A48CC-BA45-4570-9A54-45DC1CD547ED}" destId="{A2B63AEA-863C-471D-B082-A6129EF8E915}" srcOrd="1" destOrd="0" presId="urn:microsoft.com/office/officeart/2005/8/layout/hProcess10"/>
    <dgm:cxn modelId="{741F6FC5-63D5-4795-9209-20706F8E4A7C}" type="presParOf" srcId="{A2B63AEA-863C-471D-B082-A6129EF8E915}" destId="{A37E4EAF-592F-4936-A03A-DC7F666A8031}" srcOrd="0" destOrd="0" presId="urn:microsoft.com/office/officeart/2005/8/layout/hProcess10"/>
    <dgm:cxn modelId="{0DEB8CE5-4A7F-41FE-8C40-1E5E048CC35E}" type="presParOf" srcId="{DD0A48CC-BA45-4570-9A54-45DC1CD547ED}" destId="{465C0A6F-4B14-4FAE-AC9A-974767CD5393}" srcOrd="2" destOrd="0" presId="urn:microsoft.com/office/officeart/2005/8/layout/hProcess10"/>
    <dgm:cxn modelId="{E14A171F-C3CF-4E5E-9147-A13F229B02D3}" type="presParOf" srcId="{465C0A6F-4B14-4FAE-AC9A-974767CD5393}" destId="{D028B60C-4694-4029-BD7E-6129C424714E}" srcOrd="0" destOrd="0" presId="urn:microsoft.com/office/officeart/2005/8/layout/hProcess10"/>
    <dgm:cxn modelId="{E54946EA-8145-4E22-8E61-42461331FBC8}" type="presParOf" srcId="{465C0A6F-4B14-4FAE-AC9A-974767CD5393}" destId="{F006D8D4-8506-44EC-BA13-1296CEB3FF52}" srcOrd="1" destOrd="0" presId="urn:microsoft.com/office/officeart/2005/8/layout/hProcess10"/>
    <dgm:cxn modelId="{FF1337D2-6D50-484F-BB47-40A89E8E9A0D}" type="presParOf" srcId="{DD0A48CC-BA45-4570-9A54-45DC1CD547ED}" destId="{C3BBCF53-622B-48E9-98DD-7271187BB920}" srcOrd="3" destOrd="0" presId="urn:microsoft.com/office/officeart/2005/8/layout/hProcess10"/>
    <dgm:cxn modelId="{036494AB-1887-48D1-9C9B-A19B59C30BDD}" type="presParOf" srcId="{C3BBCF53-622B-48E9-98DD-7271187BB920}" destId="{1D523452-30F0-4B4E-AC01-14AE56FD25C5}" srcOrd="0" destOrd="0" presId="urn:microsoft.com/office/officeart/2005/8/layout/hProcess10"/>
    <dgm:cxn modelId="{758D33CC-84A3-4B49-A3F8-34496EA66655}" type="presParOf" srcId="{DD0A48CC-BA45-4570-9A54-45DC1CD547ED}" destId="{E8DEDEAC-492F-463E-98E8-B2CE0FC45194}" srcOrd="4" destOrd="0" presId="urn:microsoft.com/office/officeart/2005/8/layout/hProcess10"/>
    <dgm:cxn modelId="{E8317C91-87B1-43A9-933B-D437938F08DD}" type="presParOf" srcId="{E8DEDEAC-492F-463E-98E8-B2CE0FC45194}" destId="{6C9B64A7-0AF2-4AB4-A795-97640A9786B9}" srcOrd="0" destOrd="0" presId="urn:microsoft.com/office/officeart/2005/8/layout/hProcess10"/>
    <dgm:cxn modelId="{4056C36E-C968-431E-B440-ED9D668DACEB}" type="presParOf" srcId="{E8DEDEAC-492F-463E-98E8-B2CE0FC45194}" destId="{6A8A99A9-7FC0-4A13-B04A-9D965E6A8C6A}" srcOrd="1" destOrd="0" presId="urn:microsoft.com/office/officeart/2005/8/layout/hProcess10"/>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5B6A07-92DD-4211-93E0-8917657853FE}" type="doc">
      <dgm:prSet loTypeId="urn:microsoft.com/office/officeart/2008/layout/PictureStrips" loCatId="list" qsTypeId="urn:microsoft.com/office/officeart/2005/8/quickstyle/simple1" qsCatId="simple" csTypeId="urn:microsoft.com/office/officeart/2005/8/colors/accent1_2" csCatId="accent1"/>
      <dgm:spPr/>
      <dgm:t>
        <a:bodyPr/>
        <a:lstStyle/>
        <a:p>
          <a:endParaRPr lang="en-GB"/>
        </a:p>
      </dgm:t>
    </dgm:pt>
    <dgm:pt modelId="{28C43A8E-C9C8-49DE-9487-19BA0759A731}">
      <dgm:prSet custT="1"/>
      <dgm:spPr/>
      <dgm:t>
        <a:bodyPr/>
        <a:lstStyle/>
        <a:p>
          <a:r>
            <a:rPr lang="vi-VN" sz="2800"/>
            <a:t>Nghiên cứu cơ sở lý thuyết về thuật toán di truyền.</a:t>
          </a:r>
          <a:endParaRPr lang="en-GB" sz="2800"/>
        </a:p>
      </dgm:t>
    </dgm:pt>
    <dgm:pt modelId="{758AABC7-1173-4575-B5F9-8C14ECF4EEFC}" type="parTrans" cxnId="{7A04D325-E6E2-4299-89FF-FC6518D56618}">
      <dgm:prSet/>
      <dgm:spPr/>
      <dgm:t>
        <a:bodyPr/>
        <a:lstStyle/>
        <a:p>
          <a:endParaRPr lang="en-GB" sz="2000"/>
        </a:p>
      </dgm:t>
    </dgm:pt>
    <dgm:pt modelId="{E89E0A36-EF99-4C7F-BC7D-39C0F821419A}" type="sibTrans" cxnId="{7A04D325-E6E2-4299-89FF-FC6518D56618}">
      <dgm:prSet/>
      <dgm:spPr/>
      <dgm:t>
        <a:bodyPr/>
        <a:lstStyle/>
        <a:p>
          <a:endParaRPr lang="en-GB" sz="2000"/>
        </a:p>
      </dgm:t>
    </dgm:pt>
    <dgm:pt modelId="{2C185F4E-5768-42E3-9D67-6B5663185B11}">
      <dgm:prSet custT="1"/>
      <dgm:spPr/>
      <dgm:t>
        <a:bodyPr/>
        <a:lstStyle/>
        <a:p>
          <a:r>
            <a:rPr lang="vi-VN" sz="2800"/>
            <a:t>Nghiên cứu ứng dụng tính tương đồng trong việc sắp xếp thời khóa biểu.</a:t>
          </a:r>
          <a:endParaRPr lang="en-GB" sz="2800"/>
        </a:p>
      </dgm:t>
    </dgm:pt>
    <dgm:pt modelId="{3AD003F0-1A31-47B1-9CD4-3CFB64F8EDFA}" type="parTrans" cxnId="{23677A2F-3F46-48FB-A85D-B94E8F2BA69C}">
      <dgm:prSet/>
      <dgm:spPr/>
      <dgm:t>
        <a:bodyPr/>
        <a:lstStyle/>
        <a:p>
          <a:endParaRPr lang="en-GB" sz="2000"/>
        </a:p>
      </dgm:t>
    </dgm:pt>
    <dgm:pt modelId="{2D3044DA-F7B5-4712-A485-1BB3BAF53741}" type="sibTrans" cxnId="{23677A2F-3F46-48FB-A85D-B94E8F2BA69C}">
      <dgm:prSet/>
      <dgm:spPr/>
      <dgm:t>
        <a:bodyPr/>
        <a:lstStyle/>
        <a:p>
          <a:endParaRPr lang="en-GB" sz="2000"/>
        </a:p>
      </dgm:t>
    </dgm:pt>
    <dgm:pt modelId="{C0E5F5EB-66BA-455F-8E35-5646F0311531}">
      <dgm:prSet custT="1"/>
      <dgm:spPr/>
      <dgm:t>
        <a:bodyPr/>
        <a:lstStyle/>
        <a:p>
          <a:r>
            <a:rPr lang="vi-VN" sz="2800"/>
            <a:t>Ứng dụng và sử dụng thuật toán để cài đặt module sắp xếp thời khóa biểu.</a:t>
          </a:r>
          <a:endParaRPr lang="en-GB" sz="2800"/>
        </a:p>
      </dgm:t>
    </dgm:pt>
    <dgm:pt modelId="{4E5D2D82-2E78-42E7-AC38-9F010B06313C}" type="parTrans" cxnId="{B88120F8-AF94-49A5-ABEF-2563B6491EBE}">
      <dgm:prSet/>
      <dgm:spPr/>
      <dgm:t>
        <a:bodyPr/>
        <a:lstStyle/>
        <a:p>
          <a:endParaRPr lang="en-GB" sz="2000"/>
        </a:p>
      </dgm:t>
    </dgm:pt>
    <dgm:pt modelId="{7DB87168-2658-4771-A861-F1550BBEB323}" type="sibTrans" cxnId="{B88120F8-AF94-49A5-ABEF-2563B6491EBE}">
      <dgm:prSet/>
      <dgm:spPr/>
      <dgm:t>
        <a:bodyPr/>
        <a:lstStyle/>
        <a:p>
          <a:endParaRPr lang="en-GB" sz="2000"/>
        </a:p>
      </dgm:t>
    </dgm:pt>
    <dgm:pt modelId="{B99552B6-F939-4169-B370-FF6EDA7D4B67}" type="pres">
      <dgm:prSet presAssocID="{595B6A07-92DD-4211-93E0-8917657853FE}" presName="Name0" presStyleCnt="0">
        <dgm:presLayoutVars>
          <dgm:dir/>
          <dgm:resizeHandles val="exact"/>
        </dgm:presLayoutVars>
      </dgm:prSet>
      <dgm:spPr/>
    </dgm:pt>
    <dgm:pt modelId="{0EB0CD5B-2369-424C-A58A-C81F1CD3837D}" type="pres">
      <dgm:prSet presAssocID="{28C43A8E-C9C8-49DE-9487-19BA0759A731}" presName="composite" presStyleCnt="0"/>
      <dgm:spPr/>
    </dgm:pt>
    <dgm:pt modelId="{BB72C452-3744-4B91-8E80-7F39B287916A}" type="pres">
      <dgm:prSet presAssocID="{28C43A8E-C9C8-49DE-9487-19BA0759A731}" presName="rect1" presStyleLbl="trAlignAcc1" presStyleIdx="0" presStyleCnt="3">
        <dgm:presLayoutVars>
          <dgm:bulletEnabled val="1"/>
        </dgm:presLayoutVars>
      </dgm:prSet>
      <dgm:spPr/>
    </dgm:pt>
    <dgm:pt modelId="{DCABF988-F71E-45C0-877F-4C9EA5C6F0E6}" type="pres">
      <dgm:prSet presAssocID="{28C43A8E-C9C8-49DE-9487-19BA0759A731}" presName="rect2" presStyleLbl="fgImgPlace1" presStyleIdx="0" presStyleCnt="3"/>
      <dgm:spPr/>
    </dgm:pt>
    <dgm:pt modelId="{A416B9E1-BF6A-4058-8DE7-F033C5A464DE}" type="pres">
      <dgm:prSet presAssocID="{E89E0A36-EF99-4C7F-BC7D-39C0F821419A}" presName="sibTrans" presStyleCnt="0"/>
      <dgm:spPr/>
    </dgm:pt>
    <dgm:pt modelId="{DE977028-A192-40DE-8D46-AF67176CC213}" type="pres">
      <dgm:prSet presAssocID="{2C185F4E-5768-42E3-9D67-6B5663185B11}" presName="composite" presStyleCnt="0"/>
      <dgm:spPr/>
    </dgm:pt>
    <dgm:pt modelId="{DC13CC9E-416A-4D6B-B772-9B659E1C5905}" type="pres">
      <dgm:prSet presAssocID="{2C185F4E-5768-42E3-9D67-6B5663185B11}" presName="rect1" presStyleLbl="trAlignAcc1" presStyleIdx="1" presStyleCnt="3">
        <dgm:presLayoutVars>
          <dgm:bulletEnabled val="1"/>
        </dgm:presLayoutVars>
      </dgm:prSet>
      <dgm:spPr/>
    </dgm:pt>
    <dgm:pt modelId="{D18E9C36-A5BB-4D37-BAC2-094FBAA39BFD}" type="pres">
      <dgm:prSet presAssocID="{2C185F4E-5768-42E3-9D67-6B5663185B11}" presName="rect2" presStyleLbl="fgImgPlace1" presStyleIdx="1" presStyleCnt="3"/>
      <dgm:spPr/>
    </dgm:pt>
    <dgm:pt modelId="{3DB3A29C-15FE-440C-ACBC-02997E22230D}" type="pres">
      <dgm:prSet presAssocID="{2D3044DA-F7B5-4712-A485-1BB3BAF53741}" presName="sibTrans" presStyleCnt="0"/>
      <dgm:spPr/>
    </dgm:pt>
    <dgm:pt modelId="{545E9DBA-9C54-43FE-9135-033C1232139D}" type="pres">
      <dgm:prSet presAssocID="{C0E5F5EB-66BA-455F-8E35-5646F0311531}" presName="composite" presStyleCnt="0"/>
      <dgm:spPr/>
    </dgm:pt>
    <dgm:pt modelId="{710C2734-639D-481E-90D6-9BAB97943EC6}" type="pres">
      <dgm:prSet presAssocID="{C0E5F5EB-66BA-455F-8E35-5646F0311531}" presName="rect1" presStyleLbl="trAlignAcc1" presStyleIdx="2" presStyleCnt="3">
        <dgm:presLayoutVars>
          <dgm:bulletEnabled val="1"/>
        </dgm:presLayoutVars>
      </dgm:prSet>
      <dgm:spPr/>
    </dgm:pt>
    <dgm:pt modelId="{DA26A29A-BC0A-4AE2-8631-8C695067A30E}" type="pres">
      <dgm:prSet presAssocID="{C0E5F5EB-66BA-455F-8E35-5646F0311531}" presName="rect2" presStyleLbl="fgImgPlace1" presStyleIdx="2" presStyleCnt="3"/>
      <dgm:spPr/>
    </dgm:pt>
  </dgm:ptLst>
  <dgm:cxnLst>
    <dgm:cxn modelId="{7A04D325-E6E2-4299-89FF-FC6518D56618}" srcId="{595B6A07-92DD-4211-93E0-8917657853FE}" destId="{28C43A8E-C9C8-49DE-9487-19BA0759A731}" srcOrd="0" destOrd="0" parTransId="{758AABC7-1173-4575-B5F9-8C14ECF4EEFC}" sibTransId="{E89E0A36-EF99-4C7F-BC7D-39C0F821419A}"/>
    <dgm:cxn modelId="{23677A2F-3F46-48FB-A85D-B94E8F2BA69C}" srcId="{595B6A07-92DD-4211-93E0-8917657853FE}" destId="{2C185F4E-5768-42E3-9D67-6B5663185B11}" srcOrd="1" destOrd="0" parTransId="{3AD003F0-1A31-47B1-9CD4-3CFB64F8EDFA}" sibTransId="{2D3044DA-F7B5-4712-A485-1BB3BAF53741}"/>
    <dgm:cxn modelId="{B0328543-80BB-4EAF-BB9C-BC5C84842377}" type="presOf" srcId="{C0E5F5EB-66BA-455F-8E35-5646F0311531}" destId="{710C2734-639D-481E-90D6-9BAB97943EC6}" srcOrd="0" destOrd="0" presId="urn:microsoft.com/office/officeart/2008/layout/PictureStrips"/>
    <dgm:cxn modelId="{BFF74F4C-08AE-4EAD-A633-2B1BD4919BB2}" type="presOf" srcId="{2C185F4E-5768-42E3-9D67-6B5663185B11}" destId="{DC13CC9E-416A-4D6B-B772-9B659E1C5905}" srcOrd="0" destOrd="0" presId="urn:microsoft.com/office/officeart/2008/layout/PictureStrips"/>
    <dgm:cxn modelId="{4C0ECD58-6D35-4D26-92C8-6DB56A16F100}" type="presOf" srcId="{28C43A8E-C9C8-49DE-9487-19BA0759A731}" destId="{BB72C452-3744-4B91-8E80-7F39B287916A}" srcOrd="0" destOrd="0" presId="urn:microsoft.com/office/officeart/2008/layout/PictureStrips"/>
    <dgm:cxn modelId="{E986C488-38B5-436F-AEBD-FA24BF24967E}" type="presOf" srcId="{595B6A07-92DD-4211-93E0-8917657853FE}" destId="{B99552B6-F939-4169-B370-FF6EDA7D4B67}" srcOrd="0" destOrd="0" presId="urn:microsoft.com/office/officeart/2008/layout/PictureStrips"/>
    <dgm:cxn modelId="{B88120F8-AF94-49A5-ABEF-2563B6491EBE}" srcId="{595B6A07-92DD-4211-93E0-8917657853FE}" destId="{C0E5F5EB-66BA-455F-8E35-5646F0311531}" srcOrd="2" destOrd="0" parTransId="{4E5D2D82-2E78-42E7-AC38-9F010B06313C}" sibTransId="{7DB87168-2658-4771-A861-F1550BBEB323}"/>
    <dgm:cxn modelId="{DD04202A-ABE1-4FCF-8938-71F6F3F20FA1}" type="presParOf" srcId="{B99552B6-F939-4169-B370-FF6EDA7D4B67}" destId="{0EB0CD5B-2369-424C-A58A-C81F1CD3837D}" srcOrd="0" destOrd="0" presId="urn:microsoft.com/office/officeart/2008/layout/PictureStrips"/>
    <dgm:cxn modelId="{D9D3443B-8C0B-48A4-98B2-9D46D6728FB0}" type="presParOf" srcId="{0EB0CD5B-2369-424C-A58A-C81F1CD3837D}" destId="{BB72C452-3744-4B91-8E80-7F39B287916A}" srcOrd="0" destOrd="0" presId="urn:microsoft.com/office/officeart/2008/layout/PictureStrips"/>
    <dgm:cxn modelId="{7292A755-2F60-4842-AC4E-CEEF40AFB7BD}" type="presParOf" srcId="{0EB0CD5B-2369-424C-A58A-C81F1CD3837D}" destId="{DCABF988-F71E-45C0-877F-4C9EA5C6F0E6}" srcOrd="1" destOrd="0" presId="urn:microsoft.com/office/officeart/2008/layout/PictureStrips"/>
    <dgm:cxn modelId="{EF03274A-D74C-4F23-8FDE-27F6BA2ED0A7}" type="presParOf" srcId="{B99552B6-F939-4169-B370-FF6EDA7D4B67}" destId="{A416B9E1-BF6A-4058-8DE7-F033C5A464DE}" srcOrd="1" destOrd="0" presId="urn:microsoft.com/office/officeart/2008/layout/PictureStrips"/>
    <dgm:cxn modelId="{F8B54B2C-553C-416C-A945-BB51B22AFF1E}" type="presParOf" srcId="{B99552B6-F939-4169-B370-FF6EDA7D4B67}" destId="{DE977028-A192-40DE-8D46-AF67176CC213}" srcOrd="2" destOrd="0" presId="urn:microsoft.com/office/officeart/2008/layout/PictureStrips"/>
    <dgm:cxn modelId="{F23A1DBD-781C-4440-B7BC-400B5122B624}" type="presParOf" srcId="{DE977028-A192-40DE-8D46-AF67176CC213}" destId="{DC13CC9E-416A-4D6B-B772-9B659E1C5905}" srcOrd="0" destOrd="0" presId="urn:microsoft.com/office/officeart/2008/layout/PictureStrips"/>
    <dgm:cxn modelId="{EAE616AC-E61C-4828-9DF1-EA2BFD4F561A}" type="presParOf" srcId="{DE977028-A192-40DE-8D46-AF67176CC213}" destId="{D18E9C36-A5BB-4D37-BAC2-094FBAA39BFD}" srcOrd="1" destOrd="0" presId="urn:microsoft.com/office/officeart/2008/layout/PictureStrips"/>
    <dgm:cxn modelId="{D24378F9-D3CC-4928-ACEF-953918FF7C2C}" type="presParOf" srcId="{B99552B6-F939-4169-B370-FF6EDA7D4B67}" destId="{3DB3A29C-15FE-440C-ACBC-02997E22230D}" srcOrd="3" destOrd="0" presId="urn:microsoft.com/office/officeart/2008/layout/PictureStrips"/>
    <dgm:cxn modelId="{95921696-68EB-4BCF-B803-5256609F453F}" type="presParOf" srcId="{B99552B6-F939-4169-B370-FF6EDA7D4B67}" destId="{545E9DBA-9C54-43FE-9135-033C1232139D}" srcOrd="4" destOrd="0" presId="urn:microsoft.com/office/officeart/2008/layout/PictureStrips"/>
    <dgm:cxn modelId="{DC7AF301-DE6A-4E9E-B465-3A59B4C9D2CC}" type="presParOf" srcId="{545E9DBA-9C54-43FE-9135-033C1232139D}" destId="{710C2734-639D-481E-90D6-9BAB97943EC6}" srcOrd="0" destOrd="0" presId="urn:microsoft.com/office/officeart/2008/layout/PictureStrips"/>
    <dgm:cxn modelId="{B675EA82-E40E-417B-9996-FA64A4DA8801}" type="presParOf" srcId="{545E9DBA-9C54-43FE-9135-033C1232139D}" destId="{DA26A29A-BC0A-4AE2-8631-8C695067A30E}" srcOrd="1" destOrd="0" presId="urn:microsoft.com/office/officeart/2008/layout/PictureStrip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6C57BB1-82CE-46CD-BF68-3BE9BFB1597A}" type="doc">
      <dgm:prSet loTypeId="urn:microsoft.com/office/officeart/2005/8/layout/target3" loCatId="relationship" qsTypeId="urn:microsoft.com/office/officeart/2005/8/quickstyle/simple1" qsCatId="simple" csTypeId="urn:microsoft.com/office/officeart/2005/8/colors/colorful5" csCatId="colorful" phldr="1"/>
      <dgm:spPr/>
      <dgm:t>
        <a:bodyPr/>
        <a:lstStyle/>
        <a:p>
          <a:endParaRPr lang="en-GB"/>
        </a:p>
      </dgm:t>
    </dgm:pt>
    <dgm:pt modelId="{3076466F-C0E0-42B9-94E0-9B5ED29FE353}">
      <dgm:prSet custT="1"/>
      <dgm:spPr/>
      <dgm:t>
        <a:bodyPr/>
        <a:lstStyle/>
        <a:p>
          <a:pPr algn="just"/>
          <a:r>
            <a:rPr lang="en-US" sz="1800"/>
            <a:t>1. </a:t>
          </a:r>
          <a:r>
            <a:rPr lang="vi-VN" sz="1800"/>
            <a:t>Tập hợp các lớp học với thông tin chi tiết về sĩ số, khối lớp và các đặc trưng chuyên biệt.</a:t>
          </a:r>
          <a:endParaRPr lang="en-GB" sz="1800"/>
        </a:p>
      </dgm:t>
    </dgm:pt>
    <dgm:pt modelId="{C3352534-C809-45F5-94C5-43F4D3BD5BD2}" type="parTrans" cxnId="{B9764823-EFC3-4047-9FC4-AE30CBF7FD6D}">
      <dgm:prSet/>
      <dgm:spPr/>
      <dgm:t>
        <a:bodyPr/>
        <a:lstStyle/>
        <a:p>
          <a:pPr algn="just"/>
          <a:endParaRPr lang="en-GB" sz="1800"/>
        </a:p>
      </dgm:t>
    </dgm:pt>
    <dgm:pt modelId="{0C4E1F79-8D4F-4315-8787-C8D3F25C022F}" type="sibTrans" cxnId="{B9764823-EFC3-4047-9FC4-AE30CBF7FD6D}">
      <dgm:prSet/>
      <dgm:spPr/>
      <dgm:t>
        <a:bodyPr/>
        <a:lstStyle/>
        <a:p>
          <a:pPr algn="just"/>
          <a:endParaRPr lang="en-GB" sz="1800"/>
        </a:p>
      </dgm:t>
    </dgm:pt>
    <dgm:pt modelId="{A48ED00C-8CB9-4CF2-99E7-A111EB9F6D20}">
      <dgm:prSet custT="1"/>
      <dgm:spPr/>
      <dgm:t>
        <a:bodyPr/>
        <a:lstStyle/>
        <a:p>
          <a:pPr algn="just"/>
          <a:r>
            <a:rPr lang="en-US" sz="1800"/>
            <a:t>2. </a:t>
          </a:r>
          <a:r>
            <a:rPr lang="vi-VN" sz="1800"/>
            <a:t>Danh mục môn học cùng số tiết bắt buộc mỗi tuần cho từng lớp, dựa trên chương trình chuẩn của Bộ Giáo dục và Đào tạo.</a:t>
          </a:r>
          <a:endParaRPr lang="en-GB" sz="1800"/>
        </a:p>
      </dgm:t>
    </dgm:pt>
    <dgm:pt modelId="{F34F7997-0595-43B3-A827-DC2B8024C47B}" type="parTrans" cxnId="{B23C10BE-7F18-4054-9589-3C7C894091DD}">
      <dgm:prSet/>
      <dgm:spPr/>
      <dgm:t>
        <a:bodyPr/>
        <a:lstStyle/>
        <a:p>
          <a:pPr algn="just"/>
          <a:endParaRPr lang="en-GB" sz="1800"/>
        </a:p>
      </dgm:t>
    </dgm:pt>
    <dgm:pt modelId="{C77A8E6F-CC49-4618-87CC-D8FB51BEFABC}" type="sibTrans" cxnId="{B23C10BE-7F18-4054-9589-3C7C894091DD}">
      <dgm:prSet/>
      <dgm:spPr/>
      <dgm:t>
        <a:bodyPr/>
        <a:lstStyle/>
        <a:p>
          <a:pPr algn="just"/>
          <a:endParaRPr lang="en-GB" sz="1800"/>
        </a:p>
      </dgm:t>
    </dgm:pt>
    <dgm:pt modelId="{943CEEC1-C024-4893-905E-13CC82D42BDB}">
      <dgm:prSet custT="1"/>
      <dgm:spPr/>
      <dgm:t>
        <a:bodyPr/>
        <a:lstStyle/>
        <a:p>
          <a:pPr algn="just"/>
          <a:r>
            <a:rPr lang="en-US" sz="1800"/>
            <a:t>3. </a:t>
          </a:r>
          <a:r>
            <a:rPr lang="vi-VN" sz="1800"/>
            <a:t>Danh sách giáo viên với thông tin về chuyên môn, giới hạn số tiết tối đa và các điều kiện đặc thù.</a:t>
          </a:r>
          <a:endParaRPr lang="en-GB" sz="1800"/>
        </a:p>
      </dgm:t>
    </dgm:pt>
    <dgm:pt modelId="{EDAFDD62-8775-4869-AF36-826AFF55CC3E}" type="parTrans" cxnId="{81650BEC-E384-4D07-86E0-A0272581C1A8}">
      <dgm:prSet/>
      <dgm:spPr/>
      <dgm:t>
        <a:bodyPr/>
        <a:lstStyle/>
        <a:p>
          <a:pPr algn="just"/>
          <a:endParaRPr lang="en-GB" sz="1800"/>
        </a:p>
      </dgm:t>
    </dgm:pt>
    <dgm:pt modelId="{F95791B0-87EB-4356-AE83-A7A138345F9F}" type="sibTrans" cxnId="{81650BEC-E384-4D07-86E0-A0272581C1A8}">
      <dgm:prSet/>
      <dgm:spPr/>
      <dgm:t>
        <a:bodyPr/>
        <a:lstStyle/>
        <a:p>
          <a:pPr algn="just"/>
          <a:endParaRPr lang="en-GB" sz="1800"/>
        </a:p>
      </dgm:t>
    </dgm:pt>
    <dgm:pt modelId="{71836FAE-D7FA-4E01-A784-8983E08997CD}">
      <dgm:prSet custT="1"/>
      <dgm:spPr/>
      <dgm:t>
        <a:bodyPr/>
        <a:lstStyle/>
        <a:p>
          <a:pPr algn="just"/>
          <a:r>
            <a:rPr lang="en-US" sz="1800"/>
            <a:t>4. </a:t>
          </a:r>
          <a:r>
            <a:rPr lang="vi-VN" sz="1800"/>
            <a:t>Khung thời gian giảng dạy bao gồm số ngày học mỗi tuần, số tiết học mỗi ngày, tổng số tiết mỗi tuần và các khung giờ rảnh hoặc hạn chế.</a:t>
          </a:r>
          <a:endParaRPr lang="en-GB" sz="1800"/>
        </a:p>
      </dgm:t>
    </dgm:pt>
    <dgm:pt modelId="{A39A23FF-9096-475F-8468-4391DC7B1708}" type="parTrans" cxnId="{F5E9E18E-403D-4318-935B-0325201AF42D}">
      <dgm:prSet/>
      <dgm:spPr/>
      <dgm:t>
        <a:bodyPr/>
        <a:lstStyle/>
        <a:p>
          <a:pPr algn="just"/>
          <a:endParaRPr lang="en-GB" sz="1800"/>
        </a:p>
      </dgm:t>
    </dgm:pt>
    <dgm:pt modelId="{21B8B120-8C2C-412D-97D5-08A94287E185}" type="sibTrans" cxnId="{F5E9E18E-403D-4318-935B-0325201AF42D}">
      <dgm:prSet/>
      <dgm:spPr/>
      <dgm:t>
        <a:bodyPr/>
        <a:lstStyle/>
        <a:p>
          <a:pPr algn="just"/>
          <a:endParaRPr lang="en-GB" sz="1800"/>
        </a:p>
      </dgm:t>
    </dgm:pt>
    <dgm:pt modelId="{7286253D-28A5-48F2-91AA-423DFBF088B7}">
      <dgm:prSet custT="1"/>
      <dgm:spPr/>
      <dgm:t>
        <a:bodyPr/>
        <a:lstStyle/>
        <a:p>
          <a:pPr algn="just"/>
          <a:r>
            <a:rPr lang="en-US" sz="1800"/>
            <a:t>5. </a:t>
          </a:r>
          <a:r>
            <a:rPr lang="vi-VN" sz="1800"/>
            <a:t>Hệ thống ràng buộc gồm hai nhóm: ràng buộc cứng (bắt buộc tuân thủ tuyệt đối) và ràng buộc mềm (ưu tiên đáp ứng, có thể vi phạm với chi phí phạt tối thiểu).</a:t>
          </a:r>
          <a:endParaRPr lang="en-GB" sz="1800"/>
        </a:p>
      </dgm:t>
    </dgm:pt>
    <dgm:pt modelId="{8213233C-E1C4-4E5E-A628-6E2A704065A4}" type="parTrans" cxnId="{939E110D-CCF3-493E-9EB8-DD676464976A}">
      <dgm:prSet/>
      <dgm:spPr/>
      <dgm:t>
        <a:bodyPr/>
        <a:lstStyle/>
        <a:p>
          <a:pPr algn="just"/>
          <a:endParaRPr lang="en-GB" sz="1800"/>
        </a:p>
      </dgm:t>
    </dgm:pt>
    <dgm:pt modelId="{7EAF18B3-F4BE-48B5-9AAE-A2D5E51C6591}" type="sibTrans" cxnId="{939E110D-CCF3-493E-9EB8-DD676464976A}">
      <dgm:prSet/>
      <dgm:spPr/>
      <dgm:t>
        <a:bodyPr/>
        <a:lstStyle/>
        <a:p>
          <a:pPr algn="just"/>
          <a:endParaRPr lang="en-GB" sz="1800"/>
        </a:p>
      </dgm:t>
    </dgm:pt>
    <dgm:pt modelId="{60D45B10-7F26-4638-A141-B772FB278283}" type="pres">
      <dgm:prSet presAssocID="{76C57BB1-82CE-46CD-BF68-3BE9BFB1597A}" presName="Name0" presStyleCnt="0">
        <dgm:presLayoutVars>
          <dgm:chMax val="7"/>
          <dgm:dir/>
          <dgm:animLvl val="lvl"/>
          <dgm:resizeHandles val="exact"/>
        </dgm:presLayoutVars>
      </dgm:prSet>
      <dgm:spPr/>
    </dgm:pt>
    <dgm:pt modelId="{BE40E1B9-73C2-4861-9F05-6749619552C5}" type="pres">
      <dgm:prSet presAssocID="{3076466F-C0E0-42B9-94E0-9B5ED29FE353}" presName="circle1" presStyleLbl="node1" presStyleIdx="0" presStyleCnt="5"/>
      <dgm:spPr/>
    </dgm:pt>
    <dgm:pt modelId="{47365B96-B616-4561-899D-B26D6C2E7861}" type="pres">
      <dgm:prSet presAssocID="{3076466F-C0E0-42B9-94E0-9B5ED29FE353}" presName="space" presStyleCnt="0"/>
      <dgm:spPr/>
    </dgm:pt>
    <dgm:pt modelId="{0B951D51-8519-49E6-9D9C-06633E57C439}" type="pres">
      <dgm:prSet presAssocID="{3076466F-C0E0-42B9-94E0-9B5ED29FE353}" presName="rect1" presStyleLbl="alignAcc1" presStyleIdx="0" presStyleCnt="5"/>
      <dgm:spPr/>
    </dgm:pt>
    <dgm:pt modelId="{4A14AB9F-30C9-4120-8F7D-9D529F802455}" type="pres">
      <dgm:prSet presAssocID="{A48ED00C-8CB9-4CF2-99E7-A111EB9F6D20}" presName="vertSpace2" presStyleLbl="node1" presStyleIdx="0" presStyleCnt="5"/>
      <dgm:spPr/>
    </dgm:pt>
    <dgm:pt modelId="{B6E31567-9752-4BD4-AC40-288DD7D89D92}" type="pres">
      <dgm:prSet presAssocID="{A48ED00C-8CB9-4CF2-99E7-A111EB9F6D20}" presName="circle2" presStyleLbl="node1" presStyleIdx="1" presStyleCnt="5"/>
      <dgm:spPr/>
    </dgm:pt>
    <dgm:pt modelId="{E94D24CF-A60A-4276-B482-39F7308343A7}" type="pres">
      <dgm:prSet presAssocID="{A48ED00C-8CB9-4CF2-99E7-A111EB9F6D20}" presName="rect2" presStyleLbl="alignAcc1" presStyleIdx="1" presStyleCnt="5"/>
      <dgm:spPr/>
    </dgm:pt>
    <dgm:pt modelId="{6D1527E7-0095-4848-9367-799E0B5454BF}" type="pres">
      <dgm:prSet presAssocID="{943CEEC1-C024-4893-905E-13CC82D42BDB}" presName="vertSpace3" presStyleLbl="node1" presStyleIdx="1" presStyleCnt="5"/>
      <dgm:spPr/>
    </dgm:pt>
    <dgm:pt modelId="{7476522E-E461-4157-90AD-54A818600369}" type="pres">
      <dgm:prSet presAssocID="{943CEEC1-C024-4893-905E-13CC82D42BDB}" presName="circle3" presStyleLbl="node1" presStyleIdx="2" presStyleCnt="5"/>
      <dgm:spPr/>
    </dgm:pt>
    <dgm:pt modelId="{1EF01483-6102-466B-AE98-0EC55EC77B9D}" type="pres">
      <dgm:prSet presAssocID="{943CEEC1-C024-4893-905E-13CC82D42BDB}" presName="rect3" presStyleLbl="alignAcc1" presStyleIdx="2" presStyleCnt="5"/>
      <dgm:spPr/>
    </dgm:pt>
    <dgm:pt modelId="{F8501475-B7D5-47EF-9D2C-E70931AAE8EE}" type="pres">
      <dgm:prSet presAssocID="{71836FAE-D7FA-4E01-A784-8983E08997CD}" presName="vertSpace4" presStyleLbl="node1" presStyleIdx="2" presStyleCnt="5"/>
      <dgm:spPr/>
    </dgm:pt>
    <dgm:pt modelId="{2CEF1CF2-D969-4D7C-A915-BF7E8B8970CE}" type="pres">
      <dgm:prSet presAssocID="{71836FAE-D7FA-4E01-A784-8983E08997CD}" presName="circle4" presStyleLbl="node1" presStyleIdx="3" presStyleCnt="5"/>
      <dgm:spPr/>
    </dgm:pt>
    <dgm:pt modelId="{B3ABCCA8-495F-4B47-99D5-D05D97EF4F35}" type="pres">
      <dgm:prSet presAssocID="{71836FAE-D7FA-4E01-A784-8983E08997CD}" presName="rect4" presStyleLbl="alignAcc1" presStyleIdx="3" presStyleCnt="5"/>
      <dgm:spPr/>
    </dgm:pt>
    <dgm:pt modelId="{322DCF46-40FC-4FBF-BEC4-E092E24798A9}" type="pres">
      <dgm:prSet presAssocID="{7286253D-28A5-48F2-91AA-423DFBF088B7}" presName="vertSpace5" presStyleLbl="node1" presStyleIdx="3" presStyleCnt="5"/>
      <dgm:spPr/>
    </dgm:pt>
    <dgm:pt modelId="{000584AD-37A4-482B-AF9A-DA948C09A3C1}" type="pres">
      <dgm:prSet presAssocID="{7286253D-28A5-48F2-91AA-423DFBF088B7}" presName="circle5" presStyleLbl="node1" presStyleIdx="4" presStyleCnt="5"/>
      <dgm:spPr/>
    </dgm:pt>
    <dgm:pt modelId="{98FC725E-8BE7-4D8F-B1C9-63CFBECA4526}" type="pres">
      <dgm:prSet presAssocID="{7286253D-28A5-48F2-91AA-423DFBF088B7}" presName="rect5" presStyleLbl="alignAcc1" presStyleIdx="4" presStyleCnt="5"/>
      <dgm:spPr/>
    </dgm:pt>
    <dgm:pt modelId="{054E6A64-A546-45D6-878F-D996074349BA}" type="pres">
      <dgm:prSet presAssocID="{3076466F-C0E0-42B9-94E0-9B5ED29FE353}" presName="rect1ParTxNoCh" presStyleLbl="alignAcc1" presStyleIdx="4" presStyleCnt="5">
        <dgm:presLayoutVars>
          <dgm:chMax val="1"/>
          <dgm:bulletEnabled val="1"/>
        </dgm:presLayoutVars>
      </dgm:prSet>
      <dgm:spPr/>
    </dgm:pt>
    <dgm:pt modelId="{2F13AC33-0ECF-4C6A-A780-FBE643586124}" type="pres">
      <dgm:prSet presAssocID="{A48ED00C-8CB9-4CF2-99E7-A111EB9F6D20}" presName="rect2ParTxNoCh" presStyleLbl="alignAcc1" presStyleIdx="4" presStyleCnt="5">
        <dgm:presLayoutVars>
          <dgm:chMax val="1"/>
          <dgm:bulletEnabled val="1"/>
        </dgm:presLayoutVars>
      </dgm:prSet>
      <dgm:spPr/>
    </dgm:pt>
    <dgm:pt modelId="{78C6EDA6-BCDE-47FE-9BB6-CA4685DEB189}" type="pres">
      <dgm:prSet presAssocID="{943CEEC1-C024-4893-905E-13CC82D42BDB}" presName="rect3ParTxNoCh" presStyleLbl="alignAcc1" presStyleIdx="4" presStyleCnt="5">
        <dgm:presLayoutVars>
          <dgm:chMax val="1"/>
          <dgm:bulletEnabled val="1"/>
        </dgm:presLayoutVars>
      </dgm:prSet>
      <dgm:spPr/>
    </dgm:pt>
    <dgm:pt modelId="{2EA427F3-4E62-4111-9076-889088A1657F}" type="pres">
      <dgm:prSet presAssocID="{71836FAE-D7FA-4E01-A784-8983E08997CD}" presName="rect4ParTxNoCh" presStyleLbl="alignAcc1" presStyleIdx="4" presStyleCnt="5">
        <dgm:presLayoutVars>
          <dgm:chMax val="1"/>
          <dgm:bulletEnabled val="1"/>
        </dgm:presLayoutVars>
      </dgm:prSet>
      <dgm:spPr/>
    </dgm:pt>
    <dgm:pt modelId="{0FA6E8F7-2565-4071-802F-0107C9275D5F}" type="pres">
      <dgm:prSet presAssocID="{7286253D-28A5-48F2-91AA-423DFBF088B7}" presName="rect5ParTxNoCh" presStyleLbl="alignAcc1" presStyleIdx="4" presStyleCnt="5">
        <dgm:presLayoutVars>
          <dgm:chMax val="1"/>
          <dgm:bulletEnabled val="1"/>
        </dgm:presLayoutVars>
      </dgm:prSet>
      <dgm:spPr/>
    </dgm:pt>
  </dgm:ptLst>
  <dgm:cxnLst>
    <dgm:cxn modelId="{C7EF1706-0AEF-4A23-855B-D308579A8C64}" type="presOf" srcId="{71836FAE-D7FA-4E01-A784-8983E08997CD}" destId="{B3ABCCA8-495F-4B47-99D5-D05D97EF4F35}" srcOrd="0" destOrd="0" presId="urn:microsoft.com/office/officeart/2005/8/layout/target3"/>
    <dgm:cxn modelId="{939E110D-CCF3-493E-9EB8-DD676464976A}" srcId="{76C57BB1-82CE-46CD-BF68-3BE9BFB1597A}" destId="{7286253D-28A5-48F2-91AA-423DFBF088B7}" srcOrd="4" destOrd="0" parTransId="{8213233C-E1C4-4E5E-A628-6E2A704065A4}" sibTransId="{7EAF18B3-F4BE-48B5-9AAE-A2D5E51C6591}"/>
    <dgm:cxn modelId="{B9764823-EFC3-4047-9FC4-AE30CBF7FD6D}" srcId="{76C57BB1-82CE-46CD-BF68-3BE9BFB1597A}" destId="{3076466F-C0E0-42B9-94E0-9B5ED29FE353}" srcOrd="0" destOrd="0" parTransId="{C3352534-C809-45F5-94C5-43F4D3BD5BD2}" sibTransId="{0C4E1F79-8D4F-4315-8787-C8D3F25C022F}"/>
    <dgm:cxn modelId="{336C394D-5DD8-423C-97E8-1E1134895FFB}" type="presOf" srcId="{A48ED00C-8CB9-4CF2-99E7-A111EB9F6D20}" destId="{E94D24CF-A60A-4276-B482-39F7308343A7}" srcOrd="0" destOrd="0" presId="urn:microsoft.com/office/officeart/2005/8/layout/target3"/>
    <dgm:cxn modelId="{0C71CC6E-1F16-4106-AA63-662A3F4DDA2E}" type="presOf" srcId="{A48ED00C-8CB9-4CF2-99E7-A111EB9F6D20}" destId="{2F13AC33-0ECF-4C6A-A780-FBE643586124}" srcOrd="1" destOrd="0" presId="urn:microsoft.com/office/officeart/2005/8/layout/target3"/>
    <dgm:cxn modelId="{D0FBE454-85F0-452D-A9FE-CE48BE97F60B}" type="presOf" srcId="{3076466F-C0E0-42B9-94E0-9B5ED29FE353}" destId="{054E6A64-A546-45D6-878F-D996074349BA}" srcOrd="1" destOrd="0" presId="urn:microsoft.com/office/officeart/2005/8/layout/target3"/>
    <dgm:cxn modelId="{A4B9AA77-8C5D-4E1C-AB91-C375C09E734B}" type="presOf" srcId="{7286253D-28A5-48F2-91AA-423DFBF088B7}" destId="{0FA6E8F7-2565-4071-802F-0107C9275D5F}" srcOrd="1" destOrd="0" presId="urn:microsoft.com/office/officeart/2005/8/layout/target3"/>
    <dgm:cxn modelId="{D2653580-DEC1-47A2-AD40-45B1D866684E}" type="presOf" srcId="{76C57BB1-82CE-46CD-BF68-3BE9BFB1597A}" destId="{60D45B10-7F26-4638-A141-B772FB278283}" srcOrd="0" destOrd="0" presId="urn:microsoft.com/office/officeart/2005/8/layout/target3"/>
    <dgm:cxn modelId="{F5E9E18E-403D-4318-935B-0325201AF42D}" srcId="{76C57BB1-82CE-46CD-BF68-3BE9BFB1597A}" destId="{71836FAE-D7FA-4E01-A784-8983E08997CD}" srcOrd="3" destOrd="0" parTransId="{A39A23FF-9096-475F-8468-4391DC7B1708}" sibTransId="{21B8B120-8C2C-412D-97D5-08A94287E185}"/>
    <dgm:cxn modelId="{22DDCE9F-9510-4C0B-B4A7-3059E1061AE7}" type="presOf" srcId="{943CEEC1-C024-4893-905E-13CC82D42BDB}" destId="{78C6EDA6-BCDE-47FE-9BB6-CA4685DEB189}" srcOrd="1" destOrd="0" presId="urn:microsoft.com/office/officeart/2005/8/layout/target3"/>
    <dgm:cxn modelId="{B23C10BE-7F18-4054-9589-3C7C894091DD}" srcId="{76C57BB1-82CE-46CD-BF68-3BE9BFB1597A}" destId="{A48ED00C-8CB9-4CF2-99E7-A111EB9F6D20}" srcOrd="1" destOrd="0" parTransId="{F34F7997-0595-43B3-A827-DC2B8024C47B}" sibTransId="{C77A8E6F-CC49-4618-87CC-D8FB51BEFABC}"/>
    <dgm:cxn modelId="{5B9585C8-FB53-48CA-B0F7-03F710D0BCEA}" type="presOf" srcId="{943CEEC1-C024-4893-905E-13CC82D42BDB}" destId="{1EF01483-6102-466B-AE98-0EC55EC77B9D}" srcOrd="0" destOrd="0" presId="urn:microsoft.com/office/officeart/2005/8/layout/target3"/>
    <dgm:cxn modelId="{6DC3C4D7-561C-4E99-80AA-0EE2B5AFC307}" type="presOf" srcId="{7286253D-28A5-48F2-91AA-423DFBF088B7}" destId="{98FC725E-8BE7-4D8F-B1C9-63CFBECA4526}" srcOrd="0" destOrd="0" presId="urn:microsoft.com/office/officeart/2005/8/layout/target3"/>
    <dgm:cxn modelId="{DB647DE0-9EE2-4554-B426-C0955FB15BA3}" type="presOf" srcId="{71836FAE-D7FA-4E01-A784-8983E08997CD}" destId="{2EA427F3-4E62-4111-9076-889088A1657F}" srcOrd="1" destOrd="0" presId="urn:microsoft.com/office/officeart/2005/8/layout/target3"/>
    <dgm:cxn modelId="{81650BEC-E384-4D07-86E0-A0272581C1A8}" srcId="{76C57BB1-82CE-46CD-BF68-3BE9BFB1597A}" destId="{943CEEC1-C024-4893-905E-13CC82D42BDB}" srcOrd="2" destOrd="0" parTransId="{EDAFDD62-8775-4869-AF36-826AFF55CC3E}" sibTransId="{F95791B0-87EB-4356-AE83-A7A138345F9F}"/>
    <dgm:cxn modelId="{99FA39F7-8A53-4897-A0E9-FB9C1D93039F}" type="presOf" srcId="{3076466F-C0E0-42B9-94E0-9B5ED29FE353}" destId="{0B951D51-8519-49E6-9D9C-06633E57C439}" srcOrd="0" destOrd="0" presId="urn:microsoft.com/office/officeart/2005/8/layout/target3"/>
    <dgm:cxn modelId="{8F620FF0-9A41-4A4F-BAF4-A1AB9E7452C0}" type="presParOf" srcId="{60D45B10-7F26-4638-A141-B772FB278283}" destId="{BE40E1B9-73C2-4861-9F05-6749619552C5}" srcOrd="0" destOrd="0" presId="urn:microsoft.com/office/officeart/2005/8/layout/target3"/>
    <dgm:cxn modelId="{92158A5E-3D1F-4816-B572-64C3254ED394}" type="presParOf" srcId="{60D45B10-7F26-4638-A141-B772FB278283}" destId="{47365B96-B616-4561-899D-B26D6C2E7861}" srcOrd="1" destOrd="0" presId="urn:microsoft.com/office/officeart/2005/8/layout/target3"/>
    <dgm:cxn modelId="{69BD0172-392E-44EF-B2D3-92B45BDD1373}" type="presParOf" srcId="{60D45B10-7F26-4638-A141-B772FB278283}" destId="{0B951D51-8519-49E6-9D9C-06633E57C439}" srcOrd="2" destOrd="0" presId="urn:microsoft.com/office/officeart/2005/8/layout/target3"/>
    <dgm:cxn modelId="{CFCCB97E-3D80-4A3E-99D4-3881A72CBE0A}" type="presParOf" srcId="{60D45B10-7F26-4638-A141-B772FB278283}" destId="{4A14AB9F-30C9-4120-8F7D-9D529F802455}" srcOrd="3" destOrd="0" presId="urn:microsoft.com/office/officeart/2005/8/layout/target3"/>
    <dgm:cxn modelId="{67153F72-C603-4C5A-8026-B26711D00D44}" type="presParOf" srcId="{60D45B10-7F26-4638-A141-B772FB278283}" destId="{B6E31567-9752-4BD4-AC40-288DD7D89D92}" srcOrd="4" destOrd="0" presId="urn:microsoft.com/office/officeart/2005/8/layout/target3"/>
    <dgm:cxn modelId="{32EE5719-C985-4C9E-9445-54407A5D64B2}" type="presParOf" srcId="{60D45B10-7F26-4638-A141-B772FB278283}" destId="{E94D24CF-A60A-4276-B482-39F7308343A7}" srcOrd="5" destOrd="0" presId="urn:microsoft.com/office/officeart/2005/8/layout/target3"/>
    <dgm:cxn modelId="{A1C39610-FCCF-4FC7-8C55-BF88E03F5652}" type="presParOf" srcId="{60D45B10-7F26-4638-A141-B772FB278283}" destId="{6D1527E7-0095-4848-9367-799E0B5454BF}" srcOrd="6" destOrd="0" presId="urn:microsoft.com/office/officeart/2005/8/layout/target3"/>
    <dgm:cxn modelId="{1CAD3B24-3D8A-49A4-9ABF-39632D2CBF49}" type="presParOf" srcId="{60D45B10-7F26-4638-A141-B772FB278283}" destId="{7476522E-E461-4157-90AD-54A818600369}" srcOrd="7" destOrd="0" presId="urn:microsoft.com/office/officeart/2005/8/layout/target3"/>
    <dgm:cxn modelId="{08B90DA0-5487-4395-8636-562E703CA410}" type="presParOf" srcId="{60D45B10-7F26-4638-A141-B772FB278283}" destId="{1EF01483-6102-466B-AE98-0EC55EC77B9D}" srcOrd="8" destOrd="0" presId="urn:microsoft.com/office/officeart/2005/8/layout/target3"/>
    <dgm:cxn modelId="{61819421-5A27-4AD8-B170-A42151A0483D}" type="presParOf" srcId="{60D45B10-7F26-4638-A141-B772FB278283}" destId="{F8501475-B7D5-47EF-9D2C-E70931AAE8EE}" srcOrd="9" destOrd="0" presId="urn:microsoft.com/office/officeart/2005/8/layout/target3"/>
    <dgm:cxn modelId="{1B04B0B2-1226-498C-AB2F-75E40BB41140}" type="presParOf" srcId="{60D45B10-7F26-4638-A141-B772FB278283}" destId="{2CEF1CF2-D969-4D7C-A915-BF7E8B8970CE}" srcOrd="10" destOrd="0" presId="urn:microsoft.com/office/officeart/2005/8/layout/target3"/>
    <dgm:cxn modelId="{E885D9AE-0A4F-43B7-A2E3-D1A86F834D73}" type="presParOf" srcId="{60D45B10-7F26-4638-A141-B772FB278283}" destId="{B3ABCCA8-495F-4B47-99D5-D05D97EF4F35}" srcOrd="11" destOrd="0" presId="urn:microsoft.com/office/officeart/2005/8/layout/target3"/>
    <dgm:cxn modelId="{97A1F1F7-066A-4810-BBC5-5AB392E24A72}" type="presParOf" srcId="{60D45B10-7F26-4638-A141-B772FB278283}" destId="{322DCF46-40FC-4FBF-BEC4-E092E24798A9}" srcOrd="12" destOrd="0" presId="urn:microsoft.com/office/officeart/2005/8/layout/target3"/>
    <dgm:cxn modelId="{04C30C50-CD1C-4A2F-BD98-44A379418B01}" type="presParOf" srcId="{60D45B10-7F26-4638-A141-B772FB278283}" destId="{000584AD-37A4-482B-AF9A-DA948C09A3C1}" srcOrd="13" destOrd="0" presId="urn:microsoft.com/office/officeart/2005/8/layout/target3"/>
    <dgm:cxn modelId="{598A53D0-A369-48C5-9114-71C0714EFFA9}" type="presParOf" srcId="{60D45B10-7F26-4638-A141-B772FB278283}" destId="{98FC725E-8BE7-4D8F-B1C9-63CFBECA4526}" srcOrd="14" destOrd="0" presId="urn:microsoft.com/office/officeart/2005/8/layout/target3"/>
    <dgm:cxn modelId="{EBE52016-9309-4001-92BE-20CCB69E9CC4}" type="presParOf" srcId="{60D45B10-7F26-4638-A141-B772FB278283}" destId="{054E6A64-A546-45D6-878F-D996074349BA}" srcOrd="15" destOrd="0" presId="urn:microsoft.com/office/officeart/2005/8/layout/target3"/>
    <dgm:cxn modelId="{0E9AA29E-8665-4769-8330-235C18F106DA}" type="presParOf" srcId="{60D45B10-7F26-4638-A141-B772FB278283}" destId="{2F13AC33-0ECF-4C6A-A780-FBE643586124}" srcOrd="16" destOrd="0" presId="urn:microsoft.com/office/officeart/2005/8/layout/target3"/>
    <dgm:cxn modelId="{DE77087D-1316-4FFF-AFCA-1B65882DAC4F}" type="presParOf" srcId="{60D45B10-7F26-4638-A141-B772FB278283}" destId="{78C6EDA6-BCDE-47FE-9BB6-CA4685DEB189}" srcOrd="17" destOrd="0" presId="urn:microsoft.com/office/officeart/2005/8/layout/target3"/>
    <dgm:cxn modelId="{DDB01EC3-B3CE-434D-9088-1607912AE5B8}" type="presParOf" srcId="{60D45B10-7F26-4638-A141-B772FB278283}" destId="{2EA427F3-4E62-4111-9076-889088A1657F}" srcOrd="18" destOrd="0" presId="urn:microsoft.com/office/officeart/2005/8/layout/target3"/>
    <dgm:cxn modelId="{5358FFDF-EB63-4978-8118-9F8DA4BF87E5}" type="presParOf" srcId="{60D45B10-7F26-4638-A141-B772FB278283}" destId="{0FA6E8F7-2565-4071-802F-0107C9275D5F}" srcOrd="19"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45ECA63-B3F1-4E80-A471-B8E58FE0BE6E}" type="doc">
      <dgm:prSet loTypeId="urn:microsoft.com/office/officeart/2005/8/layout/hList1" loCatId="list" qsTypeId="urn:microsoft.com/office/officeart/2005/8/quickstyle/simple1" qsCatId="simple" csTypeId="urn:microsoft.com/office/officeart/2005/8/colors/colorful3" csCatId="colorful" phldr="1"/>
      <dgm:spPr/>
      <dgm:t>
        <a:bodyPr/>
        <a:lstStyle/>
        <a:p>
          <a:endParaRPr lang="en-GB"/>
        </a:p>
      </dgm:t>
    </dgm:pt>
    <dgm:pt modelId="{A2D4E709-4E96-4B53-9CD8-F1A60D4BB6BE}">
      <dgm:prSet/>
      <dgm:spPr/>
      <dgm:t>
        <a:bodyPr/>
        <a:lstStyle/>
        <a:p>
          <a:pPr algn="just"/>
          <a:r>
            <a:rPr lang="vi-VN"/>
            <a:t>Thời khóa biểu tối ưu gần cho toàn bộ các lớp, thể hiện chi tiết phân công môn học và giáo viên cho từng tiết, từng ngày.</a:t>
          </a:r>
          <a:endParaRPr lang="en-GB"/>
        </a:p>
      </dgm:t>
    </dgm:pt>
    <dgm:pt modelId="{2E5B93CB-6DF3-45D7-867B-9EC664C65C50}" type="parTrans" cxnId="{44A2A24C-2756-4B10-85A9-91A1D6521FA5}">
      <dgm:prSet/>
      <dgm:spPr/>
      <dgm:t>
        <a:bodyPr/>
        <a:lstStyle/>
        <a:p>
          <a:pPr algn="just"/>
          <a:endParaRPr lang="en-GB"/>
        </a:p>
      </dgm:t>
    </dgm:pt>
    <dgm:pt modelId="{1FBF432F-F776-461C-96EE-FFBCDAEEB593}" type="sibTrans" cxnId="{44A2A24C-2756-4B10-85A9-91A1D6521FA5}">
      <dgm:prSet/>
      <dgm:spPr/>
      <dgm:t>
        <a:bodyPr/>
        <a:lstStyle/>
        <a:p>
          <a:pPr algn="just"/>
          <a:endParaRPr lang="en-GB"/>
        </a:p>
      </dgm:t>
    </dgm:pt>
    <dgm:pt modelId="{67251E29-FC9C-4FA6-8CD3-12EBB023C077}">
      <dgm:prSet/>
      <dgm:spPr/>
      <dgm:t>
        <a:bodyPr/>
        <a:lstStyle/>
        <a:p>
          <a:pPr algn="just"/>
          <a:r>
            <a:rPr lang="vi-VN"/>
            <a:t>Bảng thống kê và đánh giá định lượng mức độ tuân thủ và vi phạm ràng buộc, hỗ trợ phân tích định lượng và so sánh hiệu quả giữa các phương án.</a:t>
          </a:r>
          <a:endParaRPr lang="en-GB"/>
        </a:p>
      </dgm:t>
    </dgm:pt>
    <dgm:pt modelId="{412346A1-5C9D-4B5D-800C-BE2409E23AD4}" type="parTrans" cxnId="{BD54E546-E3F5-4B24-9768-70A75EF510CB}">
      <dgm:prSet/>
      <dgm:spPr/>
      <dgm:t>
        <a:bodyPr/>
        <a:lstStyle/>
        <a:p>
          <a:pPr algn="just"/>
          <a:endParaRPr lang="en-GB"/>
        </a:p>
      </dgm:t>
    </dgm:pt>
    <dgm:pt modelId="{D5F299DE-03D1-422F-BC81-6DCD5B338B29}" type="sibTrans" cxnId="{BD54E546-E3F5-4B24-9768-70A75EF510CB}">
      <dgm:prSet/>
      <dgm:spPr/>
      <dgm:t>
        <a:bodyPr/>
        <a:lstStyle/>
        <a:p>
          <a:pPr algn="just"/>
          <a:endParaRPr lang="en-GB"/>
        </a:p>
      </dgm:t>
    </dgm:pt>
    <dgm:pt modelId="{822A8E64-F871-49DC-9B74-B9669A1E9DB3}" type="pres">
      <dgm:prSet presAssocID="{E45ECA63-B3F1-4E80-A471-B8E58FE0BE6E}" presName="Name0" presStyleCnt="0">
        <dgm:presLayoutVars>
          <dgm:dir/>
          <dgm:animLvl val="lvl"/>
          <dgm:resizeHandles val="exact"/>
        </dgm:presLayoutVars>
      </dgm:prSet>
      <dgm:spPr/>
    </dgm:pt>
    <dgm:pt modelId="{65E6938E-1AED-4F0B-9224-351BBCB14B87}" type="pres">
      <dgm:prSet presAssocID="{A2D4E709-4E96-4B53-9CD8-F1A60D4BB6BE}" presName="composite" presStyleCnt="0"/>
      <dgm:spPr/>
    </dgm:pt>
    <dgm:pt modelId="{266091FF-3B2F-439A-B995-E5F8C31EA7D4}" type="pres">
      <dgm:prSet presAssocID="{A2D4E709-4E96-4B53-9CD8-F1A60D4BB6BE}" presName="parTx" presStyleLbl="alignNode1" presStyleIdx="0" presStyleCnt="2">
        <dgm:presLayoutVars>
          <dgm:chMax val="0"/>
          <dgm:chPref val="0"/>
          <dgm:bulletEnabled val="1"/>
        </dgm:presLayoutVars>
      </dgm:prSet>
      <dgm:spPr/>
    </dgm:pt>
    <dgm:pt modelId="{8A4A4D83-BA14-4AAC-942D-D01B72B36EEB}" type="pres">
      <dgm:prSet presAssocID="{A2D4E709-4E96-4B53-9CD8-F1A60D4BB6BE}" presName="desTx" presStyleLbl="alignAccFollowNode1" presStyleIdx="0" presStyleCnt="2" custFlipVert="1" custScaleY="100000">
        <dgm:presLayoutVars>
          <dgm:bulletEnabled val="1"/>
        </dgm:presLayoutVars>
      </dgm:prSet>
      <dgm:spPr/>
    </dgm:pt>
    <dgm:pt modelId="{9244DD1C-2596-4AB6-97B2-4C4F7D7562FA}" type="pres">
      <dgm:prSet presAssocID="{1FBF432F-F776-461C-96EE-FFBCDAEEB593}" presName="space" presStyleCnt="0"/>
      <dgm:spPr/>
    </dgm:pt>
    <dgm:pt modelId="{CDCB6FE8-381C-4825-82C5-9D1DE16D30C3}" type="pres">
      <dgm:prSet presAssocID="{67251E29-FC9C-4FA6-8CD3-12EBB023C077}" presName="composite" presStyleCnt="0"/>
      <dgm:spPr/>
    </dgm:pt>
    <dgm:pt modelId="{5BC75733-DF95-451F-9620-B547665DCE6A}" type="pres">
      <dgm:prSet presAssocID="{67251E29-FC9C-4FA6-8CD3-12EBB023C077}" presName="parTx" presStyleLbl="alignNode1" presStyleIdx="1" presStyleCnt="2">
        <dgm:presLayoutVars>
          <dgm:chMax val="0"/>
          <dgm:chPref val="0"/>
          <dgm:bulletEnabled val="1"/>
        </dgm:presLayoutVars>
      </dgm:prSet>
      <dgm:spPr/>
    </dgm:pt>
    <dgm:pt modelId="{5F47FB56-5943-4FDA-BF1C-AAA0FFB263B7}" type="pres">
      <dgm:prSet presAssocID="{67251E29-FC9C-4FA6-8CD3-12EBB023C077}" presName="desTx" presStyleLbl="alignAccFollowNode1" presStyleIdx="1" presStyleCnt="2">
        <dgm:presLayoutVars>
          <dgm:bulletEnabled val="1"/>
        </dgm:presLayoutVars>
      </dgm:prSet>
      <dgm:spPr/>
    </dgm:pt>
  </dgm:ptLst>
  <dgm:cxnLst>
    <dgm:cxn modelId="{97EE6039-0521-48D9-8269-D98AA2ECB358}" type="presOf" srcId="{67251E29-FC9C-4FA6-8CD3-12EBB023C077}" destId="{5BC75733-DF95-451F-9620-B547665DCE6A}" srcOrd="0" destOrd="0" presId="urn:microsoft.com/office/officeart/2005/8/layout/hList1"/>
    <dgm:cxn modelId="{BD54E546-E3F5-4B24-9768-70A75EF510CB}" srcId="{E45ECA63-B3F1-4E80-A471-B8E58FE0BE6E}" destId="{67251E29-FC9C-4FA6-8CD3-12EBB023C077}" srcOrd="1" destOrd="0" parTransId="{412346A1-5C9D-4B5D-800C-BE2409E23AD4}" sibTransId="{D5F299DE-03D1-422F-BC81-6DCD5B338B29}"/>
    <dgm:cxn modelId="{44A2A24C-2756-4B10-85A9-91A1D6521FA5}" srcId="{E45ECA63-B3F1-4E80-A471-B8E58FE0BE6E}" destId="{A2D4E709-4E96-4B53-9CD8-F1A60D4BB6BE}" srcOrd="0" destOrd="0" parTransId="{2E5B93CB-6DF3-45D7-867B-9EC664C65C50}" sibTransId="{1FBF432F-F776-461C-96EE-FFBCDAEEB593}"/>
    <dgm:cxn modelId="{6FA9BFDD-8274-4303-9F54-1C088677B71A}" type="presOf" srcId="{E45ECA63-B3F1-4E80-A471-B8E58FE0BE6E}" destId="{822A8E64-F871-49DC-9B74-B9669A1E9DB3}" srcOrd="0" destOrd="0" presId="urn:microsoft.com/office/officeart/2005/8/layout/hList1"/>
    <dgm:cxn modelId="{69F77EE4-B5D1-4770-B484-ED702FD103FB}" type="presOf" srcId="{A2D4E709-4E96-4B53-9CD8-F1A60D4BB6BE}" destId="{266091FF-3B2F-439A-B995-E5F8C31EA7D4}" srcOrd="0" destOrd="0" presId="urn:microsoft.com/office/officeart/2005/8/layout/hList1"/>
    <dgm:cxn modelId="{68D0A7B2-D467-4BCC-8B86-7ED475E87FF2}" type="presParOf" srcId="{822A8E64-F871-49DC-9B74-B9669A1E9DB3}" destId="{65E6938E-1AED-4F0B-9224-351BBCB14B87}" srcOrd="0" destOrd="0" presId="urn:microsoft.com/office/officeart/2005/8/layout/hList1"/>
    <dgm:cxn modelId="{31AC5A7D-5F8D-481C-9625-F801B8145F11}" type="presParOf" srcId="{65E6938E-1AED-4F0B-9224-351BBCB14B87}" destId="{266091FF-3B2F-439A-B995-E5F8C31EA7D4}" srcOrd="0" destOrd="0" presId="urn:microsoft.com/office/officeart/2005/8/layout/hList1"/>
    <dgm:cxn modelId="{15FB491E-836F-40C9-8D85-8EDA2EA8F19F}" type="presParOf" srcId="{65E6938E-1AED-4F0B-9224-351BBCB14B87}" destId="{8A4A4D83-BA14-4AAC-942D-D01B72B36EEB}" srcOrd="1" destOrd="0" presId="urn:microsoft.com/office/officeart/2005/8/layout/hList1"/>
    <dgm:cxn modelId="{8D08B7B4-4843-4C3F-89E8-2E2B76C15586}" type="presParOf" srcId="{822A8E64-F871-49DC-9B74-B9669A1E9DB3}" destId="{9244DD1C-2596-4AB6-97B2-4C4F7D7562FA}" srcOrd="1" destOrd="0" presId="urn:microsoft.com/office/officeart/2005/8/layout/hList1"/>
    <dgm:cxn modelId="{15421C2D-9E9B-4512-9D0E-3275F0F3E3D7}" type="presParOf" srcId="{822A8E64-F871-49DC-9B74-B9669A1E9DB3}" destId="{CDCB6FE8-381C-4825-82C5-9D1DE16D30C3}" srcOrd="2" destOrd="0" presId="urn:microsoft.com/office/officeart/2005/8/layout/hList1"/>
    <dgm:cxn modelId="{A7514091-0608-4D02-8DBF-6E678C71505C}" type="presParOf" srcId="{CDCB6FE8-381C-4825-82C5-9D1DE16D30C3}" destId="{5BC75733-DF95-451F-9620-B547665DCE6A}" srcOrd="0" destOrd="0" presId="urn:microsoft.com/office/officeart/2005/8/layout/hList1"/>
    <dgm:cxn modelId="{5BEE9F49-29EA-4543-8524-C66773EA026A}" type="presParOf" srcId="{CDCB6FE8-381C-4825-82C5-9D1DE16D30C3}" destId="{5F47FB56-5943-4FDA-BF1C-AAA0FFB263B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EE74ECF-09D1-4721-A8BA-031BE732AC6A}" type="doc">
      <dgm:prSet loTypeId="urn:microsoft.com/office/officeart/2005/8/layout/hList6" loCatId="list" qsTypeId="urn:microsoft.com/office/officeart/2005/8/quickstyle/simple3" qsCatId="simple" csTypeId="urn:microsoft.com/office/officeart/2005/8/colors/colorful1" csCatId="colorful" phldr="1"/>
      <dgm:spPr/>
      <dgm:t>
        <a:bodyPr/>
        <a:lstStyle/>
        <a:p>
          <a:endParaRPr lang="en-GB"/>
        </a:p>
      </dgm:t>
    </dgm:pt>
    <dgm:pt modelId="{80314C43-5E71-4C42-9442-E24AB421DD6D}">
      <dgm:prSet custT="1"/>
      <dgm:spPr/>
      <dgm:t>
        <a:bodyPr/>
        <a:lstStyle/>
        <a:p>
          <a:r>
            <a:rPr lang="en-US" sz="2400" b="0">
              <a:latin typeface="Tahoma" panose="020B0604030504040204" pitchFamily="34" charset="0"/>
              <a:ea typeface="Tahoma" panose="020B0604030504040204" pitchFamily="34" charset="0"/>
              <a:cs typeface="Tahoma" panose="020B0604030504040204" pitchFamily="34" charset="0"/>
            </a:rPr>
            <a:t>1. </a:t>
          </a:r>
          <a:r>
            <a:rPr lang="vi-VN" sz="2400" b="0">
              <a:latin typeface="Tahoma" panose="020B0604030504040204" pitchFamily="34" charset="0"/>
              <a:ea typeface="Tahoma" panose="020B0604030504040204" pitchFamily="34" charset="0"/>
              <a:cs typeface="Tahoma" panose="020B0604030504040204" pitchFamily="34" charset="0"/>
            </a:rPr>
            <a:t>Ràng buộc đụng độ giáo viên</a:t>
          </a:r>
          <a:endParaRPr lang="en-GB" sz="2400" b="0">
            <a:latin typeface="Tahoma" panose="020B0604030504040204" pitchFamily="34" charset="0"/>
            <a:ea typeface="Tahoma" panose="020B0604030504040204" pitchFamily="34" charset="0"/>
            <a:cs typeface="Tahoma" panose="020B0604030504040204" pitchFamily="34" charset="0"/>
          </a:endParaRPr>
        </a:p>
      </dgm:t>
    </dgm:pt>
    <dgm:pt modelId="{B0FE52A3-3791-42FA-8A5B-C77092315CD6}" type="parTrans" cxnId="{943D6367-FC85-4583-9AAE-CCCB6457CEA8}">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6C70CB1D-6D65-432C-9106-D57746546CC8}" type="sibTrans" cxnId="{943D6367-FC85-4583-9AAE-CCCB6457CEA8}">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3953FD7D-DBB4-4A4D-A018-C3F2F2A08D1F}">
      <dgm:prSet custT="1"/>
      <dgm:spPr/>
      <dgm:t>
        <a:bodyPr/>
        <a:lstStyle/>
        <a:p>
          <a:r>
            <a:rPr lang="en-US" sz="2400" b="0">
              <a:latin typeface="Tahoma" panose="020B0604030504040204" pitchFamily="34" charset="0"/>
              <a:ea typeface="Tahoma" panose="020B0604030504040204" pitchFamily="34" charset="0"/>
              <a:cs typeface="Tahoma" panose="020B0604030504040204" pitchFamily="34" charset="0"/>
            </a:rPr>
            <a:t>2. </a:t>
          </a:r>
          <a:r>
            <a:rPr lang="vi-VN" sz="2400" b="0">
              <a:latin typeface="Tahoma" panose="020B0604030504040204" pitchFamily="34" charset="0"/>
              <a:ea typeface="Tahoma" panose="020B0604030504040204" pitchFamily="34" charset="0"/>
              <a:cs typeface="Tahoma" panose="020B0604030504040204" pitchFamily="34" charset="0"/>
            </a:rPr>
            <a:t>Ràng buộc về giờ không xếp của giáo viên</a:t>
          </a:r>
          <a:endParaRPr lang="en-GB" sz="2400" b="0">
            <a:latin typeface="Tahoma" panose="020B0604030504040204" pitchFamily="34" charset="0"/>
            <a:ea typeface="Tahoma" panose="020B0604030504040204" pitchFamily="34" charset="0"/>
            <a:cs typeface="Tahoma" panose="020B0604030504040204" pitchFamily="34" charset="0"/>
          </a:endParaRPr>
        </a:p>
      </dgm:t>
    </dgm:pt>
    <dgm:pt modelId="{5E263FEE-9BEF-4D6A-A479-75ED33A19195}" type="parTrans" cxnId="{24F00F0F-C1EF-4A5E-B900-5349BF84866F}">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0076A660-76C5-40EC-87BB-5417755ABDB1}" type="sibTrans" cxnId="{24F00F0F-C1EF-4A5E-B900-5349BF84866F}">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7328EF6C-42D0-4BB2-95A4-8D67C0D24B49}">
      <dgm:prSet custT="1"/>
      <dgm:spPr/>
      <dgm:t>
        <a:bodyPr/>
        <a:lstStyle/>
        <a:p>
          <a:r>
            <a:rPr lang="en-US" sz="2400" b="0">
              <a:latin typeface="Tahoma" panose="020B0604030504040204" pitchFamily="34" charset="0"/>
              <a:ea typeface="Tahoma" panose="020B0604030504040204" pitchFamily="34" charset="0"/>
              <a:cs typeface="Tahoma" panose="020B0604030504040204" pitchFamily="34" charset="0"/>
            </a:rPr>
            <a:t>3. </a:t>
          </a:r>
          <a:r>
            <a:rPr lang="vi-VN" sz="2400" b="0">
              <a:latin typeface="Tahoma" panose="020B0604030504040204" pitchFamily="34" charset="0"/>
              <a:ea typeface="Tahoma" panose="020B0604030504040204" pitchFamily="34" charset="0"/>
              <a:cs typeface="Tahoma" panose="020B0604030504040204" pitchFamily="34" charset="0"/>
            </a:rPr>
            <a:t>Ràng buộc về giờ xếp sẵn</a:t>
          </a:r>
          <a:endParaRPr lang="en-GB" sz="2400" b="0">
            <a:latin typeface="Tahoma" panose="020B0604030504040204" pitchFamily="34" charset="0"/>
            <a:ea typeface="Tahoma" panose="020B0604030504040204" pitchFamily="34" charset="0"/>
            <a:cs typeface="Tahoma" panose="020B0604030504040204" pitchFamily="34" charset="0"/>
          </a:endParaRPr>
        </a:p>
      </dgm:t>
    </dgm:pt>
    <dgm:pt modelId="{C0E0346F-4810-4F6D-B900-DF20997F46DF}" type="parTrans" cxnId="{19A5CB2D-0431-4954-8D7D-D8291F5DF682}">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854FF27E-0DF4-4265-BCD6-EC58BF4F812B}" type="sibTrans" cxnId="{19A5CB2D-0431-4954-8D7D-D8291F5DF682}">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514ED67B-73DF-4E66-9483-9591E312AF73}">
      <dgm:prSet custT="1"/>
      <dgm:spPr/>
      <dgm:t>
        <a:bodyPr/>
        <a:lstStyle/>
        <a:p>
          <a:r>
            <a:rPr lang="en-US" sz="2400" b="0">
              <a:latin typeface="Tahoma" panose="020B0604030504040204" pitchFamily="34" charset="0"/>
              <a:ea typeface="Tahoma" panose="020B0604030504040204" pitchFamily="34" charset="0"/>
              <a:cs typeface="Tahoma" panose="020B0604030504040204" pitchFamily="34" charset="0"/>
            </a:rPr>
            <a:t>4. </a:t>
          </a:r>
          <a:r>
            <a:rPr lang="vi-VN" sz="2400" b="0">
              <a:latin typeface="Tahoma" panose="020B0604030504040204" pitchFamily="34" charset="0"/>
              <a:ea typeface="Tahoma" panose="020B0604030504040204" pitchFamily="34" charset="0"/>
              <a:cs typeface="Tahoma" panose="020B0604030504040204" pitchFamily="34" charset="0"/>
            </a:rPr>
            <a:t>Ràng buộc đụng độ lớp học</a:t>
          </a:r>
          <a:endParaRPr lang="en-GB" sz="2400" b="0">
            <a:latin typeface="Tahoma" panose="020B0604030504040204" pitchFamily="34" charset="0"/>
            <a:ea typeface="Tahoma" panose="020B0604030504040204" pitchFamily="34" charset="0"/>
            <a:cs typeface="Tahoma" panose="020B0604030504040204" pitchFamily="34" charset="0"/>
          </a:endParaRPr>
        </a:p>
      </dgm:t>
    </dgm:pt>
    <dgm:pt modelId="{28CD685A-DC26-40F9-8FF1-6B9148E69F83}" type="parTrans" cxnId="{D034C855-8CB0-452D-86EA-B91A7A8F0190}">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ECD39D58-5CEF-44A5-8F89-97F22F9126C3}" type="sibTrans" cxnId="{D034C855-8CB0-452D-86EA-B91A7A8F0190}">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5A354C23-81FB-4533-A7A2-596FF523168E}">
      <dgm:prSet custT="1"/>
      <dgm:spPr/>
      <dgm:t>
        <a:bodyPr/>
        <a:lstStyle/>
        <a:p>
          <a:r>
            <a:rPr lang="en-US" sz="2400" b="0">
              <a:latin typeface="Tahoma" panose="020B0604030504040204" pitchFamily="34" charset="0"/>
              <a:ea typeface="Tahoma" panose="020B0604030504040204" pitchFamily="34" charset="0"/>
              <a:cs typeface="Tahoma" panose="020B0604030504040204" pitchFamily="34" charset="0"/>
            </a:rPr>
            <a:t>5. </a:t>
          </a:r>
          <a:r>
            <a:rPr lang="vi-VN" sz="2400" b="0">
              <a:latin typeface="Tahoma" panose="020B0604030504040204" pitchFamily="34" charset="0"/>
              <a:ea typeface="Tahoma" panose="020B0604030504040204" pitchFamily="34" charset="0"/>
              <a:cs typeface="Tahoma" panose="020B0604030504040204" pitchFamily="34" charset="0"/>
            </a:rPr>
            <a:t>Ràng buộc về tính đầy đủ của phân công</a:t>
          </a:r>
          <a:endParaRPr lang="en-GB" sz="2400" b="0">
            <a:latin typeface="Tahoma" panose="020B0604030504040204" pitchFamily="34" charset="0"/>
            <a:ea typeface="Tahoma" panose="020B0604030504040204" pitchFamily="34" charset="0"/>
            <a:cs typeface="Tahoma" panose="020B0604030504040204" pitchFamily="34" charset="0"/>
          </a:endParaRPr>
        </a:p>
      </dgm:t>
    </dgm:pt>
    <dgm:pt modelId="{0528BC65-91CD-415A-9917-57CABBA0B073}" type="parTrans" cxnId="{C4827463-851E-442F-BB7A-EBCCA01C186B}">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B2C2E4D5-604F-485B-A97B-FF9F4EB76582}" type="sibTrans" cxnId="{C4827463-851E-442F-BB7A-EBCCA01C186B}">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DE62BBAE-F887-47C6-B620-311A868B219C}">
      <dgm:prSet custT="1"/>
      <dgm:spPr/>
      <dgm:t>
        <a:bodyPr/>
        <a:lstStyle/>
        <a:p>
          <a:r>
            <a:rPr lang="en-US" sz="2400" b="0">
              <a:latin typeface="Tahoma" panose="020B0604030504040204" pitchFamily="34" charset="0"/>
              <a:ea typeface="Tahoma" panose="020B0604030504040204" pitchFamily="34" charset="0"/>
              <a:cs typeface="Tahoma" panose="020B0604030504040204" pitchFamily="34" charset="0"/>
            </a:rPr>
            <a:t>6. </a:t>
          </a:r>
          <a:r>
            <a:rPr lang="vi-VN" sz="2400" b="0">
              <a:latin typeface="Tahoma" panose="020B0604030504040204" pitchFamily="34" charset="0"/>
              <a:ea typeface="Tahoma" panose="020B0604030504040204" pitchFamily="34" charset="0"/>
              <a:cs typeface="Tahoma" panose="020B0604030504040204" pitchFamily="34" charset="0"/>
            </a:rPr>
            <a:t>Ràng buộc về các môn học phải có tiết kề nhau</a:t>
          </a:r>
          <a:endParaRPr lang="en-GB" sz="2400" b="0">
            <a:latin typeface="Tahoma" panose="020B0604030504040204" pitchFamily="34" charset="0"/>
            <a:ea typeface="Tahoma" panose="020B0604030504040204" pitchFamily="34" charset="0"/>
            <a:cs typeface="Tahoma" panose="020B0604030504040204" pitchFamily="34" charset="0"/>
          </a:endParaRPr>
        </a:p>
      </dgm:t>
    </dgm:pt>
    <dgm:pt modelId="{8BBD1BC2-03F2-4F28-A746-D87DCFB31F24}" type="parTrans" cxnId="{94A9E564-9D3E-41E5-9FF4-54FA70AF8262}">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74BB6783-88DF-459F-AEB8-8DAAFD4A0488}" type="sibTrans" cxnId="{94A9E564-9D3E-41E5-9FF4-54FA70AF8262}">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866BA8D1-D90E-42F0-BD85-8563803AA947}">
      <dgm:prSet custT="1"/>
      <dgm:spPr/>
      <dgm:t>
        <a:bodyPr/>
        <a:lstStyle/>
        <a:p>
          <a:r>
            <a:rPr lang="en-US" sz="2400" b="0">
              <a:latin typeface="Tahoma" panose="020B0604030504040204" pitchFamily="34" charset="0"/>
              <a:ea typeface="Tahoma" panose="020B0604030504040204" pitchFamily="34" charset="0"/>
              <a:cs typeface="Tahoma" panose="020B0604030504040204" pitchFamily="34" charset="0"/>
            </a:rPr>
            <a:t>7. </a:t>
          </a:r>
          <a:r>
            <a:rPr lang="vi-VN" sz="2400" b="0">
              <a:latin typeface="Tahoma" panose="020B0604030504040204" pitchFamily="34" charset="0"/>
              <a:ea typeface="Tahoma" panose="020B0604030504040204" pitchFamily="34" charset="0"/>
              <a:cs typeface="Tahoma" panose="020B0604030504040204" pitchFamily="34" charset="0"/>
            </a:rPr>
            <a:t>Ràng buộc về việc một môn học chỉ học một lần trong một buổi</a:t>
          </a:r>
          <a:endParaRPr lang="en-GB" sz="2400" b="0">
            <a:latin typeface="Tahoma" panose="020B0604030504040204" pitchFamily="34" charset="0"/>
            <a:ea typeface="Tahoma" panose="020B0604030504040204" pitchFamily="34" charset="0"/>
            <a:cs typeface="Tahoma" panose="020B0604030504040204" pitchFamily="34" charset="0"/>
          </a:endParaRPr>
        </a:p>
      </dgm:t>
    </dgm:pt>
    <dgm:pt modelId="{9DC1AB76-1B6E-4BCF-9200-6EC799B8CD9B}" type="parTrans" cxnId="{49CA21CC-E8D3-444B-AA3D-458FDDDE6362}">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6F328348-4E17-48F8-BBEA-C4616F01BA03}" type="sibTrans" cxnId="{49CA21CC-E8D3-444B-AA3D-458FDDDE6362}">
      <dgm:prSet/>
      <dgm:spPr/>
      <dgm:t>
        <a:bodyPr/>
        <a:lstStyle/>
        <a:p>
          <a:endParaRPr lang="en-GB" sz="3600" b="0">
            <a:latin typeface="Tahoma" panose="020B0604030504040204" pitchFamily="34" charset="0"/>
            <a:ea typeface="Tahoma" panose="020B0604030504040204" pitchFamily="34" charset="0"/>
            <a:cs typeface="Tahoma" panose="020B0604030504040204" pitchFamily="34" charset="0"/>
          </a:endParaRPr>
        </a:p>
      </dgm:t>
    </dgm:pt>
    <dgm:pt modelId="{754D627C-6141-4E3D-B332-B4B45273FAAA}" type="pres">
      <dgm:prSet presAssocID="{6EE74ECF-09D1-4721-A8BA-031BE732AC6A}" presName="Name0" presStyleCnt="0">
        <dgm:presLayoutVars>
          <dgm:dir/>
          <dgm:resizeHandles val="exact"/>
        </dgm:presLayoutVars>
      </dgm:prSet>
      <dgm:spPr/>
    </dgm:pt>
    <dgm:pt modelId="{DD829B65-1851-4B06-B73F-2243C3F99E65}" type="pres">
      <dgm:prSet presAssocID="{80314C43-5E71-4C42-9442-E24AB421DD6D}" presName="node" presStyleLbl="node1" presStyleIdx="0" presStyleCnt="7">
        <dgm:presLayoutVars>
          <dgm:bulletEnabled val="1"/>
        </dgm:presLayoutVars>
      </dgm:prSet>
      <dgm:spPr/>
    </dgm:pt>
    <dgm:pt modelId="{4F2E9DC5-8CB7-4F27-970F-EE5622023CEF}" type="pres">
      <dgm:prSet presAssocID="{6C70CB1D-6D65-432C-9106-D57746546CC8}" presName="sibTrans" presStyleCnt="0"/>
      <dgm:spPr/>
    </dgm:pt>
    <dgm:pt modelId="{117ACEF1-4A09-4924-A1FC-1BF06C24B16F}" type="pres">
      <dgm:prSet presAssocID="{3953FD7D-DBB4-4A4D-A018-C3F2F2A08D1F}" presName="node" presStyleLbl="node1" presStyleIdx="1" presStyleCnt="7">
        <dgm:presLayoutVars>
          <dgm:bulletEnabled val="1"/>
        </dgm:presLayoutVars>
      </dgm:prSet>
      <dgm:spPr/>
    </dgm:pt>
    <dgm:pt modelId="{14A4948A-CC80-403E-B9AB-B4E39197F3DE}" type="pres">
      <dgm:prSet presAssocID="{0076A660-76C5-40EC-87BB-5417755ABDB1}" presName="sibTrans" presStyleCnt="0"/>
      <dgm:spPr/>
    </dgm:pt>
    <dgm:pt modelId="{1DDAE061-8FDC-4E7E-80C8-A82587D557D1}" type="pres">
      <dgm:prSet presAssocID="{7328EF6C-42D0-4BB2-95A4-8D67C0D24B49}" presName="node" presStyleLbl="node1" presStyleIdx="2" presStyleCnt="7">
        <dgm:presLayoutVars>
          <dgm:bulletEnabled val="1"/>
        </dgm:presLayoutVars>
      </dgm:prSet>
      <dgm:spPr/>
    </dgm:pt>
    <dgm:pt modelId="{BD5916E3-3640-420F-9762-3FDDF952826D}" type="pres">
      <dgm:prSet presAssocID="{854FF27E-0DF4-4265-BCD6-EC58BF4F812B}" presName="sibTrans" presStyleCnt="0"/>
      <dgm:spPr/>
    </dgm:pt>
    <dgm:pt modelId="{BA56498E-4524-4540-9F28-F6C960F486EF}" type="pres">
      <dgm:prSet presAssocID="{514ED67B-73DF-4E66-9483-9591E312AF73}" presName="node" presStyleLbl="node1" presStyleIdx="3" presStyleCnt="7">
        <dgm:presLayoutVars>
          <dgm:bulletEnabled val="1"/>
        </dgm:presLayoutVars>
      </dgm:prSet>
      <dgm:spPr/>
    </dgm:pt>
    <dgm:pt modelId="{D560EE4F-6341-41D8-8F60-101A11980A6A}" type="pres">
      <dgm:prSet presAssocID="{ECD39D58-5CEF-44A5-8F89-97F22F9126C3}" presName="sibTrans" presStyleCnt="0"/>
      <dgm:spPr/>
    </dgm:pt>
    <dgm:pt modelId="{174C1934-A1C6-46AF-BF43-281AD6F4D119}" type="pres">
      <dgm:prSet presAssocID="{5A354C23-81FB-4533-A7A2-596FF523168E}" presName="node" presStyleLbl="node1" presStyleIdx="4" presStyleCnt="7">
        <dgm:presLayoutVars>
          <dgm:bulletEnabled val="1"/>
        </dgm:presLayoutVars>
      </dgm:prSet>
      <dgm:spPr/>
    </dgm:pt>
    <dgm:pt modelId="{60E40D2D-B7BD-4D8E-B58B-408CE25B5A43}" type="pres">
      <dgm:prSet presAssocID="{B2C2E4D5-604F-485B-A97B-FF9F4EB76582}" presName="sibTrans" presStyleCnt="0"/>
      <dgm:spPr/>
    </dgm:pt>
    <dgm:pt modelId="{8412878A-061E-4E28-966B-DFD87F1F314E}" type="pres">
      <dgm:prSet presAssocID="{DE62BBAE-F887-47C6-B620-311A868B219C}" presName="node" presStyleLbl="node1" presStyleIdx="5" presStyleCnt="7">
        <dgm:presLayoutVars>
          <dgm:bulletEnabled val="1"/>
        </dgm:presLayoutVars>
      </dgm:prSet>
      <dgm:spPr/>
    </dgm:pt>
    <dgm:pt modelId="{3AE7E4C4-2E25-46C3-A105-789922393073}" type="pres">
      <dgm:prSet presAssocID="{74BB6783-88DF-459F-AEB8-8DAAFD4A0488}" presName="sibTrans" presStyleCnt="0"/>
      <dgm:spPr/>
    </dgm:pt>
    <dgm:pt modelId="{F87F9B81-F578-4BD6-86BB-817656EE8EBF}" type="pres">
      <dgm:prSet presAssocID="{866BA8D1-D90E-42F0-BD85-8563803AA947}" presName="node" presStyleLbl="node1" presStyleIdx="6" presStyleCnt="7">
        <dgm:presLayoutVars>
          <dgm:bulletEnabled val="1"/>
        </dgm:presLayoutVars>
      </dgm:prSet>
      <dgm:spPr/>
    </dgm:pt>
  </dgm:ptLst>
  <dgm:cxnLst>
    <dgm:cxn modelId="{24F00F0F-C1EF-4A5E-B900-5349BF84866F}" srcId="{6EE74ECF-09D1-4721-A8BA-031BE732AC6A}" destId="{3953FD7D-DBB4-4A4D-A018-C3F2F2A08D1F}" srcOrd="1" destOrd="0" parTransId="{5E263FEE-9BEF-4D6A-A479-75ED33A19195}" sibTransId="{0076A660-76C5-40EC-87BB-5417755ABDB1}"/>
    <dgm:cxn modelId="{19A5CB2D-0431-4954-8D7D-D8291F5DF682}" srcId="{6EE74ECF-09D1-4721-A8BA-031BE732AC6A}" destId="{7328EF6C-42D0-4BB2-95A4-8D67C0D24B49}" srcOrd="2" destOrd="0" parTransId="{C0E0346F-4810-4F6D-B900-DF20997F46DF}" sibTransId="{854FF27E-0DF4-4265-BCD6-EC58BF4F812B}"/>
    <dgm:cxn modelId="{C4827463-851E-442F-BB7A-EBCCA01C186B}" srcId="{6EE74ECF-09D1-4721-A8BA-031BE732AC6A}" destId="{5A354C23-81FB-4533-A7A2-596FF523168E}" srcOrd="4" destOrd="0" parTransId="{0528BC65-91CD-415A-9917-57CABBA0B073}" sibTransId="{B2C2E4D5-604F-485B-A97B-FF9F4EB76582}"/>
    <dgm:cxn modelId="{4307B864-FA35-4585-A6B2-DCA2C08394FA}" type="presOf" srcId="{5A354C23-81FB-4533-A7A2-596FF523168E}" destId="{174C1934-A1C6-46AF-BF43-281AD6F4D119}" srcOrd="0" destOrd="0" presId="urn:microsoft.com/office/officeart/2005/8/layout/hList6"/>
    <dgm:cxn modelId="{94A9E564-9D3E-41E5-9FF4-54FA70AF8262}" srcId="{6EE74ECF-09D1-4721-A8BA-031BE732AC6A}" destId="{DE62BBAE-F887-47C6-B620-311A868B219C}" srcOrd="5" destOrd="0" parTransId="{8BBD1BC2-03F2-4F28-A746-D87DCFB31F24}" sibTransId="{74BB6783-88DF-459F-AEB8-8DAAFD4A0488}"/>
    <dgm:cxn modelId="{943D6367-FC85-4583-9AAE-CCCB6457CEA8}" srcId="{6EE74ECF-09D1-4721-A8BA-031BE732AC6A}" destId="{80314C43-5E71-4C42-9442-E24AB421DD6D}" srcOrd="0" destOrd="0" parTransId="{B0FE52A3-3791-42FA-8A5B-C77092315CD6}" sibTransId="{6C70CB1D-6D65-432C-9106-D57746546CC8}"/>
    <dgm:cxn modelId="{D034C855-8CB0-452D-86EA-B91A7A8F0190}" srcId="{6EE74ECF-09D1-4721-A8BA-031BE732AC6A}" destId="{514ED67B-73DF-4E66-9483-9591E312AF73}" srcOrd="3" destOrd="0" parTransId="{28CD685A-DC26-40F9-8FF1-6B9148E69F83}" sibTransId="{ECD39D58-5CEF-44A5-8F89-97F22F9126C3}"/>
    <dgm:cxn modelId="{A0228A56-BB03-4452-9694-F06A2002F5D7}" type="presOf" srcId="{866BA8D1-D90E-42F0-BD85-8563803AA947}" destId="{F87F9B81-F578-4BD6-86BB-817656EE8EBF}" srcOrd="0" destOrd="0" presId="urn:microsoft.com/office/officeart/2005/8/layout/hList6"/>
    <dgm:cxn modelId="{2389E783-28A1-4B48-935D-3E2AD86CEDE6}" type="presOf" srcId="{80314C43-5E71-4C42-9442-E24AB421DD6D}" destId="{DD829B65-1851-4B06-B73F-2243C3F99E65}" srcOrd="0" destOrd="0" presId="urn:microsoft.com/office/officeart/2005/8/layout/hList6"/>
    <dgm:cxn modelId="{0CB6E59A-968E-4675-87BC-81E0C3ECC4B8}" type="presOf" srcId="{7328EF6C-42D0-4BB2-95A4-8D67C0D24B49}" destId="{1DDAE061-8FDC-4E7E-80C8-A82587D557D1}" srcOrd="0" destOrd="0" presId="urn:microsoft.com/office/officeart/2005/8/layout/hList6"/>
    <dgm:cxn modelId="{20515CBF-ED0B-4B95-A122-1C91047BF636}" type="presOf" srcId="{6EE74ECF-09D1-4721-A8BA-031BE732AC6A}" destId="{754D627C-6141-4E3D-B332-B4B45273FAAA}" srcOrd="0" destOrd="0" presId="urn:microsoft.com/office/officeart/2005/8/layout/hList6"/>
    <dgm:cxn modelId="{49CA21CC-E8D3-444B-AA3D-458FDDDE6362}" srcId="{6EE74ECF-09D1-4721-A8BA-031BE732AC6A}" destId="{866BA8D1-D90E-42F0-BD85-8563803AA947}" srcOrd="6" destOrd="0" parTransId="{9DC1AB76-1B6E-4BCF-9200-6EC799B8CD9B}" sibTransId="{6F328348-4E17-48F8-BBEA-C4616F01BA03}"/>
    <dgm:cxn modelId="{0F0308DF-FB8B-4D2B-AAA5-1EC950E60CC7}" type="presOf" srcId="{3953FD7D-DBB4-4A4D-A018-C3F2F2A08D1F}" destId="{117ACEF1-4A09-4924-A1FC-1BF06C24B16F}" srcOrd="0" destOrd="0" presId="urn:microsoft.com/office/officeart/2005/8/layout/hList6"/>
    <dgm:cxn modelId="{2A3D4EEF-241B-4B5A-91E0-E713F0CDF45E}" type="presOf" srcId="{DE62BBAE-F887-47C6-B620-311A868B219C}" destId="{8412878A-061E-4E28-966B-DFD87F1F314E}" srcOrd="0" destOrd="0" presId="urn:microsoft.com/office/officeart/2005/8/layout/hList6"/>
    <dgm:cxn modelId="{3AE079FE-56B8-419E-8A6C-88C8EBC4282B}" type="presOf" srcId="{514ED67B-73DF-4E66-9483-9591E312AF73}" destId="{BA56498E-4524-4540-9F28-F6C960F486EF}" srcOrd="0" destOrd="0" presId="urn:microsoft.com/office/officeart/2005/8/layout/hList6"/>
    <dgm:cxn modelId="{F9ED0B0C-2D96-4814-89B2-BD12A6818CC5}" type="presParOf" srcId="{754D627C-6141-4E3D-B332-B4B45273FAAA}" destId="{DD829B65-1851-4B06-B73F-2243C3F99E65}" srcOrd="0" destOrd="0" presId="urn:microsoft.com/office/officeart/2005/8/layout/hList6"/>
    <dgm:cxn modelId="{58DE6161-CB64-416C-A4C7-EC1DF039C216}" type="presParOf" srcId="{754D627C-6141-4E3D-B332-B4B45273FAAA}" destId="{4F2E9DC5-8CB7-4F27-970F-EE5622023CEF}" srcOrd="1" destOrd="0" presId="urn:microsoft.com/office/officeart/2005/8/layout/hList6"/>
    <dgm:cxn modelId="{E3FA4AE6-76AF-46A2-91A7-137B8C95AF42}" type="presParOf" srcId="{754D627C-6141-4E3D-B332-B4B45273FAAA}" destId="{117ACEF1-4A09-4924-A1FC-1BF06C24B16F}" srcOrd="2" destOrd="0" presId="urn:microsoft.com/office/officeart/2005/8/layout/hList6"/>
    <dgm:cxn modelId="{6A5B3F31-715A-43F2-9407-D9EB4A5E0F45}" type="presParOf" srcId="{754D627C-6141-4E3D-B332-B4B45273FAAA}" destId="{14A4948A-CC80-403E-B9AB-B4E39197F3DE}" srcOrd="3" destOrd="0" presId="urn:microsoft.com/office/officeart/2005/8/layout/hList6"/>
    <dgm:cxn modelId="{73F1768D-6DC1-4827-B85B-072FC83DF35D}" type="presParOf" srcId="{754D627C-6141-4E3D-B332-B4B45273FAAA}" destId="{1DDAE061-8FDC-4E7E-80C8-A82587D557D1}" srcOrd="4" destOrd="0" presId="urn:microsoft.com/office/officeart/2005/8/layout/hList6"/>
    <dgm:cxn modelId="{5DD45A03-699A-4699-9029-540300142DCC}" type="presParOf" srcId="{754D627C-6141-4E3D-B332-B4B45273FAAA}" destId="{BD5916E3-3640-420F-9762-3FDDF952826D}" srcOrd="5" destOrd="0" presId="urn:microsoft.com/office/officeart/2005/8/layout/hList6"/>
    <dgm:cxn modelId="{E749772E-3B45-4B7C-847A-C83C7D981D61}" type="presParOf" srcId="{754D627C-6141-4E3D-B332-B4B45273FAAA}" destId="{BA56498E-4524-4540-9F28-F6C960F486EF}" srcOrd="6" destOrd="0" presId="urn:microsoft.com/office/officeart/2005/8/layout/hList6"/>
    <dgm:cxn modelId="{6527D8C8-6AD8-4AD8-855C-9C16736E63D1}" type="presParOf" srcId="{754D627C-6141-4E3D-B332-B4B45273FAAA}" destId="{D560EE4F-6341-41D8-8F60-101A11980A6A}" srcOrd="7" destOrd="0" presId="urn:microsoft.com/office/officeart/2005/8/layout/hList6"/>
    <dgm:cxn modelId="{09F8DCEA-1BFE-4D6A-A0EE-46D7DC275210}" type="presParOf" srcId="{754D627C-6141-4E3D-B332-B4B45273FAAA}" destId="{174C1934-A1C6-46AF-BF43-281AD6F4D119}" srcOrd="8" destOrd="0" presId="urn:microsoft.com/office/officeart/2005/8/layout/hList6"/>
    <dgm:cxn modelId="{F45E3DCA-B132-4C1A-A7ED-C304B4737A03}" type="presParOf" srcId="{754D627C-6141-4E3D-B332-B4B45273FAAA}" destId="{60E40D2D-B7BD-4D8E-B58B-408CE25B5A43}" srcOrd="9" destOrd="0" presId="urn:microsoft.com/office/officeart/2005/8/layout/hList6"/>
    <dgm:cxn modelId="{54A7EDC9-BF3C-4998-A879-C7918EA2BBF3}" type="presParOf" srcId="{754D627C-6141-4E3D-B332-B4B45273FAAA}" destId="{8412878A-061E-4E28-966B-DFD87F1F314E}" srcOrd="10" destOrd="0" presId="urn:microsoft.com/office/officeart/2005/8/layout/hList6"/>
    <dgm:cxn modelId="{E3C088EC-7A74-4655-8EBD-59B749409E70}" type="presParOf" srcId="{754D627C-6141-4E3D-B332-B4B45273FAAA}" destId="{3AE7E4C4-2E25-46C3-A105-789922393073}" srcOrd="11" destOrd="0" presId="urn:microsoft.com/office/officeart/2005/8/layout/hList6"/>
    <dgm:cxn modelId="{BC200AC5-BE9F-4DA3-875E-90AB57F62AF5}" type="presParOf" srcId="{754D627C-6141-4E3D-B332-B4B45273FAAA}" destId="{F87F9B81-F578-4BD6-86BB-817656EE8EBF}" srcOrd="12"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762894C-FDA2-45A3-B209-3EFA086608DC}" type="doc">
      <dgm:prSet loTypeId="urn:microsoft.com/office/officeart/2005/8/layout/hProcess11" loCatId="process" qsTypeId="urn:microsoft.com/office/officeart/2005/8/quickstyle/simple1" qsCatId="simple" csTypeId="urn:microsoft.com/office/officeart/2005/8/colors/colorful4" csCatId="colorful"/>
      <dgm:spPr/>
      <dgm:t>
        <a:bodyPr/>
        <a:lstStyle/>
        <a:p>
          <a:endParaRPr lang="en-GB"/>
        </a:p>
      </dgm:t>
    </dgm:pt>
    <dgm:pt modelId="{18A9CDBD-47D8-47A8-ABFE-D37D9CEA68CC}">
      <dgm:prSet custT="1"/>
      <dgm:spPr/>
      <dgm:t>
        <a:bodyPr/>
        <a:lstStyle/>
        <a:p>
          <a:r>
            <a:rPr lang="vi-VN" sz="2000"/>
            <a:t>Ràng buộc về giờ bận của giáo viên</a:t>
          </a:r>
          <a:endParaRPr lang="en-GB" sz="2000"/>
        </a:p>
      </dgm:t>
    </dgm:pt>
    <dgm:pt modelId="{73882382-1EE5-49EF-BE6E-5CD057E2955A}" type="parTrans" cxnId="{4056F822-1AB1-49F5-BBFD-7A022DCA846D}">
      <dgm:prSet/>
      <dgm:spPr/>
      <dgm:t>
        <a:bodyPr/>
        <a:lstStyle/>
        <a:p>
          <a:endParaRPr lang="en-GB" sz="2000"/>
        </a:p>
      </dgm:t>
    </dgm:pt>
    <dgm:pt modelId="{F224E586-08FE-41AA-B627-4EF280B7E8AF}" type="sibTrans" cxnId="{4056F822-1AB1-49F5-BBFD-7A022DCA846D}">
      <dgm:prSet/>
      <dgm:spPr/>
      <dgm:t>
        <a:bodyPr/>
        <a:lstStyle/>
        <a:p>
          <a:endParaRPr lang="en-GB" sz="2000"/>
        </a:p>
      </dgm:t>
    </dgm:pt>
    <dgm:pt modelId="{549BBCF0-FBD3-42EE-8197-6D08A6D04CCB}">
      <dgm:prSet custT="1"/>
      <dgm:spPr/>
      <dgm:t>
        <a:bodyPr/>
        <a:lstStyle/>
        <a:p>
          <a:r>
            <a:rPr lang="vi-VN" sz="2000"/>
            <a:t>Ràng buộc số tiết học liên tiếp tối thiểu và tối đa</a:t>
          </a:r>
          <a:endParaRPr lang="en-GB" sz="2000"/>
        </a:p>
      </dgm:t>
    </dgm:pt>
    <dgm:pt modelId="{8BBFDA39-2D94-4872-A40F-393B7201B49E}" type="parTrans" cxnId="{52A3ADBB-0E1D-40E0-81E3-09AC09AA2DEA}">
      <dgm:prSet/>
      <dgm:spPr/>
      <dgm:t>
        <a:bodyPr/>
        <a:lstStyle/>
        <a:p>
          <a:endParaRPr lang="en-GB" sz="2000"/>
        </a:p>
      </dgm:t>
    </dgm:pt>
    <dgm:pt modelId="{7E3D0BD6-A9A4-41EB-AFF3-EA39BC293225}" type="sibTrans" cxnId="{52A3ADBB-0E1D-40E0-81E3-09AC09AA2DEA}">
      <dgm:prSet/>
      <dgm:spPr/>
      <dgm:t>
        <a:bodyPr/>
        <a:lstStyle/>
        <a:p>
          <a:endParaRPr lang="en-GB" sz="2000"/>
        </a:p>
      </dgm:t>
    </dgm:pt>
    <dgm:pt modelId="{EB43264F-A354-4B09-BC3D-9158BF182A4F}">
      <dgm:prSet custT="1"/>
      <dgm:spPr/>
      <dgm:t>
        <a:bodyPr/>
        <a:lstStyle/>
        <a:p>
          <a:r>
            <a:rPr lang="vi-VN" sz="2000"/>
            <a:t>Ràng buộc về việc học cách ngày giữa các tiết giảng</a:t>
          </a:r>
          <a:endParaRPr lang="en-GB" sz="2000"/>
        </a:p>
      </dgm:t>
    </dgm:pt>
    <dgm:pt modelId="{18E838F1-A817-4CC9-9C97-7CE69C4AA3AC}" type="parTrans" cxnId="{BBFDA53E-8EEC-4D6D-85B8-301BE407E7BD}">
      <dgm:prSet/>
      <dgm:spPr/>
      <dgm:t>
        <a:bodyPr/>
        <a:lstStyle/>
        <a:p>
          <a:endParaRPr lang="en-GB" sz="2000"/>
        </a:p>
      </dgm:t>
    </dgm:pt>
    <dgm:pt modelId="{0D728061-154B-49D1-9D3D-97337C9A1F16}" type="sibTrans" cxnId="{BBFDA53E-8EEC-4D6D-85B8-301BE407E7BD}">
      <dgm:prSet/>
      <dgm:spPr/>
      <dgm:t>
        <a:bodyPr/>
        <a:lstStyle/>
        <a:p>
          <a:endParaRPr lang="en-GB" sz="2000"/>
        </a:p>
      </dgm:t>
    </dgm:pt>
    <dgm:pt modelId="{245AFC4F-8B91-41EB-B6FF-72F7CEEFFE7B}">
      <dgm:prSet custT="1"/>
      <dgm:spPr/>
      <dgm:t>
        <a:bodyPr/>
        <a:lstStyle/>
        <a:p>
          <a:r>
            <a:rPr lang="vi-VN" sz="2000"/>
            <a:t>Ràng buộc độ nén lịch dạy của giáo viên</a:t>
          </a:r>
          <a:endParaRPr lang="en-GB" sz="2000"/>
        </a:p>
      </dgm:t>
    </dgm:pt>
    <dgm:pt modelId="{FCEE6D41-5E15-4EF4-B5E3-9A80A944F466}" type="parTrans" cxnId="{97D74AE6-7808-4D9E-ABB0-0E8196F0580A}">
      <dgm:prSet/>
      <dgm:spPr/>
      <dgm:t>
        <a:bodyPr/>
        <a:lstStyle/>
        <a:p>
          <a:endParaRPr lang="en-GB" sz="2000"/>
        </a:p>
      </dgm:t>
    </dgm:pt>
    <dgm:pt modelId="{5A25C9F0-0B5B-4FAC-9E6A-99358C06022E}" type="sibTrans" cxnId="{97D74AE6-7808-4D9E-ABB0-0E8196F0580A}">
      <dgm:prSet/>
      <dgm:spPr/>
      <dgm:t>
        <a:bodyPr/>
        <a:lstStyle/>
        <a:p>
          <a:endParaRPr lang="en-GB" sz="2000"/>
        </a:p>
      </dgm:t>
    </dgm:pt>
    <dgm:pt modelId="{6920AB9C-AE2D-41F9-B117-E0A2DD4386B3}">
      <dgm:prSet custT="1"/>
      <dgm:spPr/>
      <dgm:t>
        <a:bodyPr/>
        <a:lstStyle/>
        <a:p>
          <a:r>
            <a:rPr lang="vi-VN" sz="2000"/>
            <a:t>Ràng buộc về số môn học tối đa trong mỗi buổi</a:t>
          </a:r>
          <a:endParaRPr lang="en-GB" sz="2000"/>
        </a:p>
      </dgm:t>
    </dgm:pt>
    <dgm:pt modelId="{2254ECE7-160F-42FE-BCB4-C7603A587E1D}" type="parTrans" cxnId="{AED2248F-1791-49EE-BB6A-9BD39E85BF93}">
      <dgm:prSet/>
      <dgm:spPr/>
      <dgm:t>
        <a:bodyPr/>
        <a:lstStyle/>
        <a:p>
          <a:endParaRPr lang="en-GB" sz="2000"/>
        </a:p>
      </dgm:t>
    </dgm:pt>
    <dgm:pt modelId="{E36259A3-F9C9-4534-9228-C18304196E9E}" type="sibTrans" cxnId="{AED2248F-1791-49EE-BB6A-9BD39E85BF93}">
      <dgm:prSet/>
      <dgm:spPr/>
      <dgm:t>
        <a:bodyPr/>
        <a:lstStyle/>
        <a:p>
          <a:endParaRPr lang="en-GB" sz="2000"/>
        </a:p>
      </dgm:t>
    </dgm:pt>
    <dgm:pt modelId="{C660BAD0-E091-4269-A09C-79E4BE449609}">
      <dgm:prSet custT="1"/>
      <dgm:spPr/>
      <dgm:t>
        <a:bodyPr/>
        <a:lstStyle/>
        <a:p>
          <a:r>
            <a:rPr lang="vi-VN" sz="2000"/>
            <a:t>Ràng buộc số tiết tối thiểu trong một buổi</a:t>
          </a:r>
          <a:endParaRPr lang="en-GB" sz="2000"/>
        </a:p>
      </dgm:t>
    </dgm:pt>
    <dgm:pt modelId="{742EDFF1-8A9F-4528-95EE-D1C0BEAFE541}" type="parTrans" cxnId="{5F66BE56-0CB9-48DE-9485-DEEF9CD1A801}">
      <dgm:prSet/>
      <dgm:spPr/>
      <dgm:t>
        <a:bodyPr/>
        <a:lstStyle/>
        <a:p>
          <a:endParaRPr lang="en-GB" sz="2000"/>
        </a:p>
      </dgm:t>
    </dgm:pt>
    <dgm:pt modelId="{DD107754-6283-4CCA-BB7B-AA387C88EF8D}" type="sibTrans" cxnId="{5F66BE56-0CB9-48DE-9485-DEEF9CD1A801}">
      <dgm:prSet/>
      <dgm:spPr/>
      <dgm:t>
        <a:bodyPr/>
        <a:lstStyle/>
        <a:p>
          <a:endParaRPr lang="en-GB" sz="2000"/>
        </a:p>
      </dgm:t>
    </dgm:pt>
    <dgm:pt modelId="{07122012-D4C1-48B2-A242-55A0EB2426DE}" type="pres">
      <dgm:prSet presAssocID="{F762894C-FDA2-45A3-B209-3EFA086608DC}" presName="Name0" presStyleCnt="0">
        <dgm:presLayoutVars>
          <dgm:dir/>
          <dgm:resizeHandles val="exact"/>
        </dgm:presLayoutVars>
      </dgm:prSet>
      <dgm:spPr/>
    </dgm:pt>
    <dgm:pt modelId="{9CAEA285-13BB-4400-BB07-8012356EE2F6}" type="pres">
      <dgm:prSet presAssocID="{F762894C-FDA2-45A3-B209-3EFA086608DC}" presName="arrow" presStyleLbl="bgShp" presStyleIdx="0" presStyleCnt="1"/>
      <dgm:spPr/>
    </dgm:pt>
    <dgm:pt modelId="{D09F608A-C93A-4733-ABD8-AE0232C47BD2}" type="pres">
      <dgm:prSet presAssocID="{F762894C-FDA2-45A3-B209-3EFA086608DC}" presName="points" presStyleCnt="0"/>
      <dgm:spPr/>
    </dgm:pt>
    <dgm:pt modelId="{963BE158-A14C-458B-88A0-AC1145DC91F3}" type="pres">
      <dgm:prSet presAssocID="{18A9CDBD-47D8-47A8-ABFE-D37D9CEA68CC}" presName="compositeA" presStyleCnt="0"/>
      <dgm:spPr/>
    </dgm:pt>
    <dgm:pt modelId="{95318BBA-3341-4799-9F83-950002297CCF}" type="pres">
      <dgm:prSet presAssocID="{18A9CDBD-47D8-47A8-ABFE-D37D9CEA68CC}" presName="textA" presStyleLbl="revTx" presStyleIdx="0" presStyleCnt="6">
        <dgm:presLayoutVars>
          <dgm:bulletEnabled val="1"/>
        </dgm:presLayoutVars>
      </dgm:prSet>
      <dgm:spPr/>
    </dgm:pt>
    <dgm:pt modelId="{5EB2741A-BD8A-4A0B-B2BD-656CC92E3FDD}" type="pres">
      <dgm:prSet presAssocID="{18A9CDBD-47D8-47A8-ABFE-D37D9CEA68CC}" presName="circleA" presStyleLbl="node1" presStyleIdx="0" presStyleCnt="6"/>
      <dgm:spPr/>
    </dgm:pt>
    <dgm:pt modelId="{A5707AAA-29AD-4489-83CA-DBBC429F1974}" type="pres">
      <dgm:prSet presAssocID="{18A9CDBD-47D8-47A8-ABFE-D37D9CEA68CC}" presName="spaceA" presStyleCnt="0"/>
      <dgm:spPr/>
    </dgm:pt>
    <dgm:pt modelId="{0BDDC407-0231-4B30-9C4A-EC39CD6842AA}" type="pres">
      <dgm:prSet presAssocID="{F224E586-08FE-41AA-B627-4EF280B7E8AF}" presName="space" presStyleCnt="0"/>
      <dgm:spPr/>
    </dgm:pt>
    <dgm:pt modelId="{95D7D70D-6EF9-456E-B0E6-F6C4443FC1E9}" type="pres">
      <dgm:prSet presAssocID="{549BBCF0-FBD3-42EE-8197-6D08A6D04CCB}" presName="compositeB" presStyleCnt="0"/>
      <dgm:spPr/>
    </dgm:pt>
    <dgm:pt modelId="{C2D112F4-0B6E-4531-B569-1764757F9B78}" type="pres">
      <dgm:prSet presAssocID="{549BBCF0-FBD3-42EE-8197-6D08A6D04CCB}" presName="textB" presStyleLbl="revTx" presStyleIdx="1" presStyleCnt="6">
        <dgm:presLayoutVars>
          <dgm:bulletEnabled val="1"/>
        </dgm:presLayoutVars>
      </dgm:prSet>
      <dgm:spPr/>
    </dgm:pt>
    <dgm:pt modelId="{C6632072-84A7-498D-B762-AA188EE67CD0}" type="pres">
      <dgm:prSet presAssocID="{549BBCF0-FBD3-42EE-8197-6D08A6D04CCB}" presName="circleB" presStyleLbl="node1" presStyleIdx="1" presStyleCnt="6"/>
      <dgm:spPr/>
    </dgm:pt>
    <dgm:pt modelId="{3BE279D7-6CAE-40DB-BD1F-70AE3C3E0379}" type="pres">
      <dgm:prSet presAssocID="{549BBCF0-FBD3-42EE-8197-6D08A6D04CCB}" presName="spaceB" presStyleCnt="0"/>
      <dgm:spPr/>
    </dgm:pt>
    <dgm:pt modelId="{0848E590-51DF-49A0-9171-F414B67BD963}" type="pres">
      <dgm:prSet presAssocID="{7E3D0BD6-A9A4-41EB-AFF3-EA39BC293225}" presName="space" presStyleCnt="0"/>
      <dgm:spPr/>
    </dgm:pt>
    <dgm:pt modelId="{524E9074-1CAB-4D62-9E0C-30E69F5FABB3}" type="pres">
      <dgm:prSet presAssocID="{EB43264F-A354-4B09-BC3D-9158BF182A4F}" presName="compositeA" presStyleCnt="0"/>
      <dgm:spPr/>
    </dgm:pt>
    <dgm:pt modelId="{74BC994D-F20E-44CB-A5DC-23846F09E5A2}" type="pres">
      <dgm:prSet presAssocID="{EB43264F-A354-4B09-BC3D-9158BF182A4F}" presName="textA" presStyleLbl="revTx" presStyleIdx="2" presStyleCnt="6">
        <dgm:presLayoutVars>
          <dgm:bulletEnabled val="1"/>
        </dgm:presLayoutVars>
      </dgm:prSet>
      <dgm:spPr/>
    </dgm:pt>
    <dgm:pt modelId="{18D1F187-2A56-4075-A9DA-B613A9D1EAFC}" type="pres">
      <dgm:prSet presAssocID="{EB43264F-A354-4B09-BC3D-9158BF182A4F}" presName="circleA" presStyleLbl="node1" presStyleIdx="2" presStyleCnt="6"/>
      <dgm:spPr/>
    </dgm:pt>
    <dgm:pt modelId="{F5629E41-BB14-4659-9385-1AA0925EA950}" type="pres">
      <dgm:prSet presAssocID="{EB43264F-A354-4B09-BC3D-9158BF182A4F}" presName="spaceA" presStyleCnt="0"/>
      <dgm:spPr/>
    </dgm:pt>
    <dgm:pt modelId="{26E1C511-CF79-4408-8F8B-DDB445A79C76}" type="pres">
      <dgm:prSet presAssocID="{0D728061-154B-49D1-9D3D-97337C9A1F16}" presName="space" presStyleCnt="0"/>
      <dgm:spPr/>
    </dgm:pt>
    <dgm:pt modelId="{C74A32B5-15C7-4703-AA4D-A81084690DCC}" type="pres">
      <dgm:prSet presAssocID="{245AFC4F-8B91-41EB-B6FF-72F7CEEFFE7B}" presName="compositeB" presStyleCnt="0"/>
      <dgm:spPr/>
    </dgm:pt>
    <dgm:pt modelId="{C3001C69-446E-47DA-B9DB-B0786C3FDB2F}" type="pres">
      <dgm:prSet presAssocID="{245AFC4F-8B91-41EB-B6FF-72F7CEEFFE7B}" presName="textB" presStyleLbl="revTx" presStyleIdx="3" presStyleCnt="6">
        <dgm:presLayoutVars>
          <dgm:bulletEnabled val="1"/>
        </dgm:presLayoutVars>
      </dgm:prSet>
      <dgm:spPr/>
    </dgm:pt>
    <dgm:pt modelId="{AEECDD26-5392-4D63-8B39-4039B54D5CD8}" type="pres">
      <dgm:prSet presAssocID="{245AFC4F-8B91-41EB-B6FF-72F7CEEFFE7B}" presName="circleB" presStyleLbl="node1" presStyleIdx="3" presStyleCnt="6"/>
      <dgm:spPr/>
    </dgm:pt>
    <dgm:pt modelId="{5235EFC9-8A3F-40E3-AC05-744AA91275FA}" type="pres">
      <dgm:prSet presAssocID="{245AFC4F-8B91-41EB-B6FF-72F7CEEFFE7B}" presName="spaceB" presStyleCnt="0"/>
      <dgm:spPr/>
    </dgm:pt>
    <dgm:pt modelId="{289A60E1-ECEA-424A-B0C3-FA34446E0C77}" type="pres">
      <dgm:prSet presAssocID="{5A25C9F0-0B5B-4FAC-9E6A-99358C06022E}" presName="space" presStyleCnt="0"/>
      <dgm:spPr/>
    </dgm:pt>
    <dgm:pt modelId="{D024DC9C-09BB-4C2D-95D0-4EE4A98253FF}" type="pres">
      <dgm:prSet presAssocID="{6920AB9C-AE2D-41F9-B117-E0A2DD4386B3}" presName="compositeA" presStyleCnt="0"/>
      <dgm:spPr/>
    </dgm:pt>
    <dgm:pt modelId="{79F75A67-EFE7-49A6-AAD0-927B71BBABA5}" type="pres">
      <dgm:prSet presAssocID="{6920AB9C-AE2D-41F9-B117-E0A2DD4386B3}" presName="textA" presStyleLbl="revTx" presStyleIdx="4" presStyleCnt="6">
        <dgm:presLayoutVars>
          <dgm:bulletEnabled val="1"/>
        </dgm:presLayoutVars>
      </dgm:prSet>
      <dgm:spPr/>
    </dgm:pt>
    <dgm:pt modelId="{C069C374-C7A8-40EC-A29E-2439F6A96DB1}" type="pres">
      <dgm:prSet presAssocID="{6920AB9C-AE2D-41F9-B117-E0A2DD4386B3}" presName="circleA" presStyleLbl="node1" presStyleIdx="4" presStyleCnt="6"/>
      <dgm:spPr/>
    </dgm:pt>
    <dgm:pt modelId="{DCCF69A7-72DE-4150-B99D-D4D718C9067B}" type="pres">
      <dgm:prSet presAssocID="{6920AB9C-AE2D-41F9-B117-E0A2DD4386B3}" presName="spaceA" presStyleCnt="0"/>
      <dgm:spPr/>
    </dgm:pt>
    <dgm:pt modelId="{D9D18603-BF0A-408D-903B-03428940D820}" type="pres">
      <dgm:prSet presAssocID="{E36259A3-F9C9-4534-9228-C18304196E9E}" presName="space" presStyleCnt="0"/>
      <dgm:spPr/>
    </dgm:pt>
    <dgm:pt modelId="{23F2CDEB-6437-43F7-9DCA-7589E16349A2}" type="pres">
      <dgm:prSet presAssocID="{C660BAD0-E091-4269-A09C-79E4BE449609}" presName="compositeB" presStyleCnt="0"/>
      <dgm:spPr/>
    </dgm:pt>
    <dgm:pt modelId="{FC2D5E80-283B-469F-8427-43F38AA05A4F}" type="pres">
      <dgm:prSet presAssocID="{C660BAD0-E091-4269-A09C-79E4BE449609}" presName="textB" presStyleLbl="revTx" presStyleIdx="5" presStyleCnt="6">
        <dgm:presLayoutVars>
          <dgm:bulletEnabled val="1"/>
        </dgm:presLayoutVars>
      </dgm:prSet>
      <dgm:spPr/>
    </dgm:pt>
    <dgm:pt modelId="{1AE6CA49-9E6B-463E-A8A6-6A576292B216}" type="pres">
      <dgm:prSet presAssocID="{C660BAD0-E091-4269-A09C-79E4BE449609}" presName="circleB" presStyleLbl="node1" presStyleIdx="5" presStyleCnt="6"/>
      <dgm:spPr/>
    </dgm:pt>
    <dgm:pt modelId="{8048042B-9B61-4F5E-A058-45646BBBA66B}" type="pres">
      <dgm:prSet presAssocID="{C660BAD0-E091-4269-A09C-79E4BE449609}" presName="spaceB" presStyleCnt="0"/>
      <dgm:spPr/>
    </dgm:pt>
  </dgm:ptLst>
  <dgm:cxnLst>
    <dgm:cxn modelId="{9EC0D203-9E2E-4CE9-8F34-E71160DB7E10}" type="presOf" srcId="{245AFC4F-8B91-41EB-B6FF-72F7CEEFFE7B}" destId="{C3001C69-446E-47DA-B9DB-B0786C3FDB2F}" srcOrd="0" destOrd="0" presId="urn:microsoft.com/office/officeart/2005/8/layout/hProcess11"/>
    <dgm:cxn modelId="{4056F822-1AB1-49F5-BBFD-7A022DCA846D}" srcId="{F762894C-FDA2-45A3-B209-3EFA086608DC}" destId="{18A9CDBD-47D8-47A8-ABFE-D37D9CEA68CC}" srcOrd="0" destOrd="0" parTransId="{73882382-1EE5-49EF-BE6E-5CD057E2955A}" sibTransId="{F224E586-08FE-41AA-B627-4EF280B7E8AF}"/>
    <dgm:cxn modelId="{0DCC642A-D999-4C2C-ADDC-734F41F4862C}" type="presOf" srcId="{6920AB9C-AE2D-41F9-B117-E0A2DD4386B3}" destId="{79F75A67-EFE7-49A6-AAD0-927B71BBABA5}" srcOrd="0" destOrd="0" presId="urn:microsoft.com/office/officeart/2005/8/layout/hProcess11"/>
    <dgm:cxn modelId="{BBFDA53E-8EEC-4D6D-85B8-301BE407E7BD}" srcId="{F762894C-FDA2-45A3-B209-3EFA086608DC}" destId="{EB43264F-A354-4B09-BC3D-9158BF182A4F}" srcOrd="2" destOrd="0" parTransId="{18E838F1-A817-4CC9-9C97-7CE69C4AA3AC}" sibTransId="{0D728061-154B-49D1-9D3D-97337C9A1F16}"/>
    <dgm:cxn modelId="{74E7A56A-1141-447B-9D19-DE796EEDE7FA}" type="presOf" srcId="{C660BAD0-E091-4269-A09C-79E4BE449609}" destId="{FC2D5E80-283B-469F-8427-43F38AA05A4F}" srcOrd="0" destOrd="0" presId="urn:microsoft.com/office/officeart/2005/8/layout/hProcess11"/>
    <dgm:cxn modelId="{5F66BE56-0CB9-48DE-9485-DEEF9CD1A801}" srcId="{F762894C-FDA2-45A3-B209-3EFA086608DC}" destId="{C660BAD0-E091-4269-A09C-79E4BE449609}" srcOrd="5" destOrd="0" parTransId="{742EDFF1-8A9F-4528-95EE-D1C0BEAFE541}" sibTransId="{DD107754-6283-4CCA-BB7B-AA387C88EF8D}"/>
    <dgm:cxn modelId="{AED2248F-1791-49EE-BB6A-9BD39E85BF93}" srcId="{F762894C-FDA2-45A3-B209-3EFA086608DC}" destId="{6920AB9C-AE2D-41F9-B117-E0A2DD4386B3}" srcOrd="4" destOrd="0" parTransId="{2254ECE7-160F-42FE-BCB4-C7603A587E1D}" sibTransId="{E36259A3-F9C9-4534-9228-C18304196E9E}"/>
    <dgm:cxn modelId="{52A3ADBB-0E1D-40E0-81E3-09AC09AA2DEA}" srcId="{F762894C-FDA2-45A3-B209-3EFA086608DC}" destId="{549BBCF0-FBD3-42EE-8197-6D08A6D04CCB}" srcOrd="1" destOrd="0" parTransId="{8BBFDA39-2D94-4872-A40F-393B7201B49E}" sibTransId="{7E3D0BD6-A9A4-41EB-AFF3-EA39BC293225}"/>
    <dgm:cxn modelId="{04BA14C2-7159-41E8-A8C8-B2F5F27905C2}" type="presOf" srcId="{549BBCF0-FBD3-42EE-8197-6D08A6D04CCB}" destId="{C2D112F4-0B6E-4531-B569-1764757F9B78}" srcOrd="0" destOrd="0" presId="urn:microsoft.com/office/officeart/2005/8/layout/hProcess11"/>
    <dgm:cxn modelId="{10BA42D0-401C-4F7D-969F-86516FA81DF5}" type="presOf" srcId="{F762894C-FDA2-45A3-B209-3EFA086608DC}" destId="{07122012-D4C1-48B2-A242-55A0EB2426DE}" srcOrd="0" destOrd="0" presId="urn:microsoft.com/office/officeart/2005/8/layout/hProcess11"/>
    <dgm:cxn modelId="{736BA0D7-A6C8-436D-8FE4-50D961789EB8}" type="presOf" srcId="{EB43264F-A354-4B09-BC3D-9158BF182A4F}" destId="{74BC994D-F20E-44CB-A5DC-23846F09E5A2}" srcOrd="0" destOrd="0" presId="urn:microsoft.com/office/officeart/2005/8/layout/hProcess11"/>
    <dgm:cxn modelId="{074080DF-9AF8-45B9-8EA7-BC1D8AF59DBA}" type="presOf" srcId="{18A9CDBD-47D8-47A8-ABFE-D37D9CEA68CC}" destId="{95318BBA-3341-4799-9F83-950002297CCF}" srcOrd="0" destOrd="0" presId="urn:microsoft.com/office/officeart/2005/8/layout/hProcess11"/>
    <dgm:cxn modelId="{97D74AE6-7808-4D9E-ABB0-0E8196F0580A}" srcId="{F762894C-FDA2-45A3-B209-3EFA086608DC}" destId="{245AFC4F-8B91-41EB-B6FF-72F7CEEFFE7B}" srcOrd="3" destOrd="0" parTransId="{FCEE6D41-5E15-4EF4-B5E3-9A80A944F466}" sibTransId="{5A25C9F0-0B5B-4FAC-9E6A-99358C06022E}"/>
    <dgm:cxn modelId="{DE1036DF-877F-4237-9013-747CA3644C99}" type="presParOf" srcId="{07122012-D4C1-48B2-A242-55A0EB2426DE}" destId="{9CAEA285-13BB-4400-BB07-8012356EE2F6}" srcOrd="0" destOrd="0" presId="urn:microsoft.com/office/officeart/2005/8/layout/hProcess11"/>
    <dgm:cxn modelId="{160E867D-B1C6-4351-A92B-8BE5B47550D8}" type="presParOf" srcId="{07122012-D4C1-48B2-A242-55A0EB2426DE}" destId="{D09F608A-C93A-4733-ABD8-AE0232C47BD2}" srcOrd="1" destOrd="0" presId="urn:microsoft.com/office/officeart/2005/8/layout/hProcess11"/>
    <dgm:cxn modelId="{12DA1C67-D579-4C9B-86B2-96423D7ABF3C}" type="presParOf" srcId="{D09F608A-C93A-4733-ABD8-AE0232C47BD2}" destId="{963BE158-A14C-458B-88A0-AC1145DC91F3}" srcOrd="0" destOrd="0" presId="urn:microsoft.com/office/officeart/2005/8/layout/hProcess11"/>
    <dgm:cxn modelId="{9652171A-2CC3-436F-9A05-226EED74B780}" type="presParOf" srcId="{963BE158-A14C-458B-88A0-AC1145DC91F3}" destId="{95318BBA-3341-4799-9F83-950002297CCF}" srcOrd="0" destOrd="0" presId="urn:microsoft.com/office/officeart/2005/8/layout/hProcess11"/>
    <dgm:cxn modelId="{271252D2-0C6D-427C-8C0F-7FB2B48612D1}" type="presParOf" srcId="{963BE158-A14C-458B-88A0-AC1145DC91F3}" destId="{5EB2741A-BD8A-4A0B-B2BD-656CC92E3FDD}" srcOrd="1" destOrd="0" presId="urn:microsoft.com/office/officeart/2005/8/layout/hProcess11"/>
    <dgm:cxn modelId="{06485AA7-03F9-4E9C-A7BF-2C98273ED845}" type="presParOf" srcId="{963BE158-A14C-458B-88A0-AC1145DC91F3}" destId="{A5707AAA-29AD-4489-83CA-DBBC429F1974}" srcOrd="2" destOrd="0" presId="urn:microsoft.com/office/officeart/2005/8/layout/hProcess11"/>
    <dgm:cxn modelId="{0FC9273B-BDF9-4F4B-BE3D-D41E16A1BCF0}" type="presParOf" srcId="{D09F608A-C93A-4733-ABD8-AE0232C47BD2}" destId="{0BDDC407-0231-4B30-9C4A-EC39CD6842AA}" srcOrd="1" destOrd="0" presId="urn:microsoft.com/office/officeart/2005/8/layout/hProcess11"/>
    <dgm:cxn modelId="{249F8EA1-1CEB-41AE-B756-24A76BB5AF0B}" type="presParOf" srcId="{D09F608A-C93A-4733-ABD8-AE0232C47BD2}" destId="{95D7D70D-6EF9-456E-B0E6-F6C4443FC1E9}" srcOrd="2" destOrd="0" presId="urn:microsoft.com/office/officeart/2005/8/layout/hProcess11"/>
    <dgm:cxn modelId="{DFA09A0D-AEB6-42EC-B001-6C85C8CC0F5D}" type="presParOf" srcId="{95D7D70D-6EF9-456E-B0E6-F6C4443FC1E9}" destId="{C2D112F4-0B6E-4531-B569-1764757F9B78}" srcOrd="0" destOrd="0" presId="urn:microsoft.com/office/officeart/2005/8/layout/hProcess11"/>
    <dgm:cxn modelId="{24D82772-4358-41CC-8254-9434C3E97EC1}" type="presParOf" srcId="{95D7D70D-6EF9-456E-B0E6-F6C4443FC1E9}" destId="{C6632072-84A7-498D-B762-AA188EE67CD0}" srcOrd="1" destOrd="0" presId="urn:microsoft.com/office/officeart/2005/8/layout/hProcess11"/>
    <dgm:cxn modelId="{FC24C8CA-1E77-415B-99A6-3067DC539486}" type="presParOf" srcId="{95D7D70D-6EF9-456E-B0E6-F6C4443FC1E9}" destId="{3BE279D7-6CAE-40DB-BD1F-70AE3C3E0379}" srcOrd="2" destOrd="0" presId="urn:microsoft.com/office/officeart/2005/8/layout/hProcess11"/>
    <dgm:cxn modelId="{C5521DD4-9081-4011-96DD-BDBA4D02B59B}" type="presParOf" srcId="{D09F608A-C93A-4733-ABD8-AE0232C47BD2}" destId="{0848E590-51DF-49A0-9171-F414B67BD963}" srcOrd="3" destOrd="0" presId="urn:microsoft.com/office/officeart/2005/8/layout/hProcess11"/>
    <dgm:cxn modelId="{212B46A7-D0C6-4721-A733-C340FDC0C83B}" type="presParOf" srcId="{D09F608A-C93A-4733-ABD8-AE0232C47BD2}" destId="{524E9074-1CAB-4D62-9E0C-30E69F5FABB3}" srcOrd="4" destOrd="0" presId="urn:microsoft.com/office/officeart/2005/8/layout/hProcess11"/>
    <dgm:cxn modelId="{0352AAC4-1F26-4815-BE50-E29E410B0520}" type="presParOf" srcId="{524E9074-1CAB-4D62-9E0C-30E69F5FABB3}" destId="{74BC994D-F20E-44CB-A5DC-23846F09E5A2}" srcOrd="0" destOrd="0" presId="urn:microsoft.com/office/officeart/2005/8/layout/hProcess11"/>
    <dgm:cxn modelId="{ED202F2F-5CBC-4379-A702-C4F8C277662F}" type="presParOf" srcId="{524E9074-1CAB-4D62-9E0C-30E69F5FABB3}" destId="{18D1F187-2A56-4075-A9DA-B613A9D1EAFC}" srcOrd="1" destOrd="0" presId="urn:microsoft.com/office/officeart/2005/8/layout/hProcess11"/>
    <dgm:cxn modelId="{332A8CB5-DAF5-412D-8448-35499A0BEE4F}" type="presParOf" srcId="{524E9074-1CAB-4D62-9E0C-30E69F5FABB3}" destId="{F5629E41-BB14-4659-9385-1AA0925EA950}" srcOrd="2" destOrd="0" presId="urn:microsoft.com/office/officeart/2005/8/layout/hProcess11"/>
    <dgm:cxn modelId="{1F9BE8EE-411A-42D1-BEE2-7CF1375D79FD}" type="presParOf" srcId="{D09F608A-C93A-4733-ABD8-AE0232C47BD2}" destId="{26E1C511-CF79-4408-8F8B-DDB445A79C76}" srcOrd="5" destOrd="0" presId="urn:microsoft.com/office/officeart/2005/8/layout/hProcess11"/>
    <dgm:cxn modelId="{6DFB7841-02D5-45B9-A9A6-F43D03F89067}" type="presParOf" srcId="{D09F608A-C93A-4733-ABD8-AE0232C47BD2}" destId="{C74A32B5-15C7-4703-AA4D-A81084690DCC}" srcOrd="6" destOrd="0" presId="urn:microsoft.com/office/officeart/2005/8/layout/hProcess11"/>
    <dgm:cxn modelId="{1A0B4029-7DC4-4D7D-900F-0847D34A8DF6}" type="presParOf" srcId="{C74A32B5-15C7-4703-AA4D-A81084690DCC}" destId="{C3001C69-446E-47DA-B9DB-B0786C3FDB2F}" srcOrd="0" destOrd="0" presId="urn:microsoft.com/office/officeart/2005/8/layout/hProcess11"/>
    <dgm:cxn modelId="{41C8EFD8-08D1-4C64-8A1C-F891C7A6BB74}" type="presParOf" srcId="{C74A32B5-15C7-4703-AA4D-A81084690DCC}" destId="{AEECDD26-5392-4D63-8B39-4039B54D5CD8}" srcOrd="1" destOrd="0" presId="urn:microsoft.com/office/officeart/2005/8/layout/hProcess11"/>
    <dgm:cxn modelId="{B5F58ACF-35D0-4DEF-A720-3E9499B29E68}" type="presParOf" srcId="{C74A32B5-15C7-4703-AA4D-A81084690DCC}" destId="{5235EFC9-8A3F-40E3-AC05-744AA91275FA}" srcOrd="2" destOrd="0" presId="urn:microsoft.com/office/officeart/2005/8/layout/hProcess11"/>
    <dgm:cxn modelId="{87B5895C-EC59-4FF5-A179-FA6910B00873}" type="presParOf" srcId="{D09F608A-C93A-4733-ABD8-AE0232C47BD2}" destId="{289A60E1-ECEA-424A-B0C3-FA34446E0C77}" srcOrd="7" destOrd="0" presId="urn:microsoft.com/office/officeart/2005/8/layout/hProcess11"/>
    <dgm:cxn modelId="{3282CEF8-31D2-4DBF-80B9-123DF5143FEC}" type="presParOf" srcId="{D09F608A-C93A-4733-ABD8-AE0232C47BD2}" destId="{D024DC9C-09BB-4C2D-95D0-4EE4A98253FF}" srcOrd="8" destOrd="0" presId="urn:microsoft.com/office/officeart/2005/8/layout/hProcess11"/>
    <dgm:cxn modelId="{3C565DBF-F86A-43E6-BEC4-B2458468F2D8}" type="presParOf" srcId="{D024DC9C-09BB-4C2D-95D0-4EE4A98253FF}" destId="{79F75A67-EFE7-49A6-AAD0-927B71BBABA5}" srcOrd="0" destOrd="0" presId="urn:microsoft.com/office/officeart/2005/8/layout/hProcess11"/>
    <dgm:cxn modelId="{6B6A827E-7F07-4D1A-8567-7F961451D9B6}" type="presParOf" srcId="{D024DC9C-09BB-4C2D-95D0-4EE4A98253FF}" destId="{C069C374-C7A8-40EC-A29E-2439F6A96DB1}" srcOrd="1" destOrd="0" presId="urn:microsoft.com/office/officeart/2005/8/layout/hProcess11"/>
    <dgm:cxn modelId="{22141825-C746-4F13-A416-032CF5C23F2A}" type="presParOf" srcId="{D024DC9C-09BB-4C2D-95D0-4EE4A98253FF}" destId="{DCCF69A7-72DE-4150-B99D-D4D718C9067B}" srcOrd="2" destOrd="0" presId="urn:microsoft.com/office/officeart/2005/8/layout/hProcess11"/>
    <dgm:cxn modelId="{7DBC7D7B-7F15-4F7E-87D0-3C42B7C94E95}" type="presParOf" srcId="{D09F608A-C93A-4733-ABD8-AE0232C47BD2}" destId="{D9D18603-BF0A-408D-903B-03428940D820}" srcOrd="9" destOrd="0" presId="urn:microsoft.com/office/officeart/2005/8/layout/hProcess11"/>
    <dgm:cxn modelId="{95551FB5-D7C1-4621-8218-43B3F723DC01}" type="presParOf" srcId="{D09F608A-C93A-4733-ABD8-AE0232C47BD2}" destId="{23F2CDEB-6437-43F7-9DCA-7589E16349A2}" srcOrd="10" destOrd="0" presId="urn:microsoft.com/office/officeart/2005/8/layout/hProcess11"/>
    <dgm:cxn modelId="{24B2470F-2FC2-4DC3-B969-C1812FAE2B05}" type="presParOf" srcId="{23F2CDEB-6437-43F7-9DCA-7589E16349A2}" destId="{FC2D5E80-283B-469F-8427-43F38AA05A4F}" srcOrd="0" destOrd="0" presId="urn:microsoft.com/office/officeart/2005/8/layout/hProcess11"/>
    <dgm:cxn modelId="{90C17DD5-ADF2-4736-819D-6D834214D67D}" type="presParOf" srcId="{23F2CDEB-6437-43F7-9DCA-7589E16349A2}" destId="{1AE6CA49-9E6B-463E-A8A6-6A576292B216}" srcOrd="1" destOrd="0" presId="urn:microsoft.com/office/officeart/2005/8/layout/hProcess11"/>
    <dgm:cxn modelId="{D1F69F01-C780-4E05-A999-3F68BA1A74E7}" type="presParOf" srcId="{23F2CDEB-6437-43F7-9DCA-7589E16349A2}" destId="{8048042B-9B61-4F5E-A058-45646BBBA66B}"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D002127-90C5-4D92-BA21-8E33EFD80691}" type="doc">
      <dgm:prSet loTypeId="urn:microsoft.com/office/officeart/2005/8/layout/process4" loCatId="list" qsTypeId="urn:microsoft.com/office/officeart/2005/8/quickstyle/simple3" qsCatId="simple" csTypeId="urn:microsoft.com/office/officeart/2005/8/colors/colorful4" csCatId="colorful"/>
      <dgm:spPr/>
      <dgm:t>
        <a:bodyPr/>
        <a:lstStyle/>
        <a:p>
          <a:endParaRPr lang="en-GB"/>
        </a:p>
      </dgm:t>
    </dgm:pt>
    <dgm:pt modelId="{61BCF246-1A76-4119-9F67-BB3E30A8392F}">
      <dgm:prSet custT="1"/>
      <dgm:spPr/>
      <dgm:t>
        <a:bodyPr/>
        <a:lstStyle/>
        <a:p>
          <a:r>
            <a:rPr lang="vi-VN" sz="2000">
              <a:latin typeface="+mj-lt"/>
            </a:rPr>
            <a:t>Giải thuật di truyền được áp dụng rộng rãi trong các bài toán tối ưu tổ hợp, và bài toán sắp xếp thời khóa biểu là một minh chứng điển hình cho tính hiệu quả cũng như khả năng thích ứng linh hoạt của nó. </a:t>
          </a:r>
          <a:endParaRPr lang="en-GB" sz="2000">
            <a:latin typeface="+mj-lt"/>
          </a:endParaRPr>
        </a:p>
      </dgm:t>
    </dgm:pt>
    <dgm:pt modelId="{BA48FC2C-2DA8-4FF4-8C04-1408FA1A175E}" type="parTrans" cxnId="{8333DB59-8BCD-4FCE-ABA9-36ADBB58276E}">
      <dgm:prSet/>
      <dgm:spPr/>
      <dgm:t>
        <a:bodyPr/>
        <a:lstStyle/>
        <a:p>
          <a:endParaRPr lang="en-GB" sz="2000">
            <a:latin typeface="+mj-lt"/>
          </a:endParaRPr>
        </a:p>
      </dgm:t>
    </dgm:pt>
    <dgm:pt modelId="{B7FCBA06-A488-4096-972C-0909B8C2DC7C}" type="sibTrans" cxnId="{8333DB59-8BCD-4FCE-ABA9-36ADBB58276E}">
      <dgm:prSet/>
      <dgm:spPr/>
      <dgm:t>
        <a:bodyPr/>
        <a:lstStyle/>
        <a:p>
          <a:endParaRPr lang="en-GB" sz="2000">
            <a:latin typeface="+mj-lt"/>
          </a:endParaRPr>
        </a:p>
      </dgm:t>
    </dgm:pt>
    <dgm:pt modelId="{C77233F8-319A-462A-8F27-66DB56759016}">
      <dgm:prSet custT="1"/>
      <dgm:spPr/>
      <dgm:t>
        <a:bodyPr/>
        <a:lstStyle/>
        <a:p>
          <a:r>
            <a:rPr lang="vi-VN" sz="2000">
              <a:latin typeface="+mj-lt"/>
            </a:rPr>
            <a:t>Trong trường hợp cụ thể này, </a:t>
          </a:r>
          <a:r>
            <a:rPr lang="en-US" sz="2000">
              <a:latin typeface="Times New Roman" panose="02020603050405020304" pitchFamily="18" charset="0"/>
              <a:cs typeface="Times New Roman" panose="02020603050405020304" pitchFamily="18" charset="0"/>
            </a:rPr>
            <a:t>giải thuật di truyền</a:t>
          </a:r>
          <a:r>
            <a:rPr lang="vi-VN" sz="2000">
              <a:latin typeface="Times New Roman" panose="02020603050405020304" pitchFamily="18" charset="0"/>
              <a:cs typeface="Times New Roman" panose="02020603050405020304" pitchFamily="18" charset="0"/>
            </a:rPr>
            <a:t> </a:t>
          </a:r>
          <a:r>
            <a:rPr lang="vi-VN" sz="2000">
              <a:latin typeface="+mj-lt"/>
            </a:rPr>
            <a:t>không chỉ được xem như một công cụ tối ưu hóa, mà còn như một khung mô hình hóa mang tính hệ thống, cho phép giải quyết một không gian nghiệm khổng lồ với hàng triệu tổ hợp khả dĩ mà các phương pháp duyệt toàn bộ không thể tiếp cận được. </a:t>
          </a:r>
          <a:endParaRPr lang="en-GB" sz="2000">
            <a:latin typeface="+mj-lt"/>
          </a:endParaRPr>
        </a:p>
      </dgm:t>
    </dgm:pt>
    <dgm:pt modelId="{21B130E7-027E-4C9B-A490-573BA9458747}" type="parTrans" cxnId="{A4793948-17D1-4377-BD6B-301989B16FE5}">
      <dgm:prSet/>
      <dgm:spPr/>
      <dgm:t>
        <a:bodyPr/>
        <a:lstStyle/>
        <a:p>
          <a:endParaRPr lang="en-GB" sz="2000">
            <a:latin typeface="+mj-lt"/>
          </a:endParaRPr>
        </a:p>
      </dgm:t>
    </dgm:pt>
    <dgm:pt modelId="{0B952E67-D9F5-4D30-A0E2-C085A57E6593}" type="sibTrans" cxnId="{A4793948-17D1-4377-BD6B-301989B16FE5}">
      <dgm:prSet/>
      <dgm:spPr/>
      <dgm:t>
        <a:bodyPr/>
        <a:lstStyle/>
        <a:p>
          <a:endParaRPr lang="en-GB" sz="2000">
            <a:latin typeface="+mj-lt"/>
          </a:endParaRPr>
        </a:p>
      </dgm:t>
    </dgm:pt>
    <dgm:pt modelId="{25013347-6206-4162-A0D2-95D5199F53FB}">
      <dgm:prSet custT="1"/>
      <dgm:spPr/>
      <dgm:t>
        <a:bodyPr/>
        <a:lstStyle/>
        <a:p>
          <a:r>
            <a:rPr lang="vi-VN" sz="2000">
              <a:latin typeface="+mj-lt"/>
            </a:rPr>
            <a:t>Mô hình tổng quát của </a:t>
          </a:r>
          <a:r>
            <a:rPr lang="en-US" sz="2000">
              <a:latin typeface="Times New Roman" panose="02020603050405020304" pitchFamily="18" charset="0"/>
              <a:cs typeface="Times New Roman" panose="02020603050405020304" pitchFamily="18" charset="0"/>
            </a:rPr>
            <a:t>giải thuật di truyền</a:t>
          </a:r>
          <a:r>
            <a:rPr lang="vi-VN" sz="2000">
              <a:latin typeface="Times New Roman" panose="02020603050405020304" pitchFamily="18" charset="0"/>
              <a:cs typeface="Times New Roman" panose="02020603050405020304" pitchFamily="18" charset="0"/>
            </a:rPr>
            <a:t> </a:t>
          </a:r>
          <a:r>
            <a:rPr lang="vi-VN" sz="2000">
              <a:latin typeface="+mj-lt"/>
            </a:rPr>
            <a:t>cho bài toán TKB được thiết kế để phản ánh đúng bản chất phức tạp của dữ liệu giáo dục, nơi tồn tại đồng thời ràng buộc cứng (hard constraints) tuyệt đối và ràng buộc mềm (soft constraints) mang tính định hướng chất lượng.</a:t>
          </a:r>
          <a:endParaRPr lang="en-GB" sz="2000">
            <a:latin typeface="+mj-lt"/>
          </a:endParaRPr>
        </a:p>
      </dgm:t>
    </dgm:pt>
    <dgm:pt modelId="{F1AA9179-37E4-4247-A440-9B0ADD80CDC4}" type="parTrans" cxnId="{DF248266-00B4-4DB4-941C-8AC79B9E83C5}">
      <dgm:prSet/>
      <dgm:spPr/>
      <dgm:t>
        <a:bodyPr/>
        <a:lstStyle/>
        <a:p>
          <a:endParaRPr lang="en-GB" sz="2000">
            <a:latin typeface="+mj-lt"/>
          </a:endParaRPr>
        </a:p>
      </dgm:t>
    </dgm:pt>
    <dgm:pt modelId="{97E77BEF-E0AD-4548-B8CF-84F692F963A3}" type="sibTrans" cxnId="{DF248266-00B4-4DB4-941C-8AC79B9E83C5}">
      <dgm:prSet/>
      <dgm:spPr/>
      <dgm:t>
        <a:bodyPr/>
        <a:lstStyle/>
        <a:p>
          <a:endParaRPr lang="en-GB" sz="2000">
            <a:latin typeface="+mj-lt"/>
          </a:endParaRPr>
        </a:p>
      </dgm:t>
    </dgm:pt>
    <dgm:pt modelId="{16661B73-F25A-4CCB-A5AA-E366D4D1D697}" type="pres">
      <dgm:prSet presAssocID="{DD002127-90C5-4D92-BA21-8E33EFD80691}" presName="Name0" presStyleCnt="0">
        <dgm:presLayoutVars>
          <dgm:dir/>
          <dgm:animLvl val="lvl"/>
          <dgm:resizeHandles val="exact"/>
        </dgm:presLayoutVars>
      </dgm:prSet>
      <dgm:spPr/>
    </dgm:pt>
    <dgm:pt modelId="{C57D39D8-0644-4FED-B3DE-65B0B2B47A74}" type="pres">
      <dgm:prSet presAssocID="{25013347-6206-4162-A0D2-95D5199F53FB}" presName="boxAndChildren" presStyleCnt="0"/>
      <dgm:spPr/>
    </dgm:pt>
    <dgm:pt modelId="{3B2652CD-BB90-4E10-94A2-B33D1A2C7FFC}" type="pres">
      <dgm:prSet presAssocID="{25013347-6206-4162-A0D2-95D5199F53FB}" presName="parentTextBox" presStyleLbl="node1" presStyleIdx="0" presStyleCnt="3"/>
      <dgm:spPr/>
    </dgm:pt>
    <dgm:pt modelId="{DB666EC0-29C1-4C0E-9470-DA3400524267}" type="pres">
      <dgm:prSet presAssocID="{0B952E67-D9F5-4D30-A0E2-C085A57E6593}" presName="sp" presStyleCnt="0"/>
      <dgm:spPr/>
    </dgm:pt>
    <dgm:pt modelId="{0CD306FF-DFA7-4DBE-9EFC-E50798C1C34A}" type="pres">
      <dgm:prSet presAssocID="{C77233F8-319A-462A-8F27-66DB56759016}" presName="arrowAndChildren" presStyleCnt="0"/>
      <dgm:spPr/>
    </dgm:pt>
    <dgm:pt modelId="{AAB4CD1A-00E3-42DE-8C3D-7F6113284ACD}" type="pres">
      <dgm:prSet presAssocID="{C77233F8-319A-462A-8F27-66DB56759016}" presName="parentTextArrow" presStyleLbl="node1" presStyleIdx="1" presStyleCnt="3"/>
      <dgm:spPr/>
    </dgm:pt>
    <dgm:pt modelId="{1C010FAC-934C-45E6-B602-FF6E748ADC6D}" type="pres">
      <dgm:prSet presAssocID="{B7FCBA06-A488-4096-972C-0909B8C2DC7C}" presName="sp" presStyleCnt="0"/>
      <dgm:spPr/>
    </dgm:pt>
    <dgm:pt modelId="{250C6148-0654-421A-822E-4F04E6ED33CC}" type="pres">
      <dgm:prSet presAssocID="{61BCF246-1A76-4119-9F67-BB3E30A8392F}" presName="arrowAndChildren" presStyleCnt="0"/>
      <dgm:spPr/>
    </dgm:pt>
    <dgm:pt modelId="{2377C091-EC38-4B6B-B364-431900373D72}" type="pres">
      <dgm:prSet presAssocID="{61BCF246-1A76-4119-9F67-BB3E30A8392F}" presName="parentTextArrow" presStyleLbl="node1" presStyleIdx="2" presStyleCnt="3"/>
      <dgm:spPr/>
    </dgm:pt>
  </dgm:ptLst>
  <dgm:cxnLst>
    <dgm:cxn modelId="{246CF81B-4703-4A18-A7A0-6ABCBB41EC88}" type="presOf" srcId="{DD002127-90C5-4D92-BA21-8E33EFD80691}" destId="{16661B73-F25A-4CCB-A5AA-E366D4D1D697}" srcOrd="0" destOrd="0" presId="urn:microsoft.com/office/officeart/2005/8/layout/process4"/>
    <dgm:cxn modelId="{BA230543-DB34-4213-9ADE-322E15CD3C3D}" type="presOf" srcId="{61BCF246-1A76-4119-9F67-BB3E30A8392F}" destId="{2377C091-EC38-4B6B-B364-431900373D72}" srcOrd="0" destOrd="0" presId="urn:microsoft.com/office/officeart/2005/8/layout/process4"/>
    <dgm:cxn modelId="{DF248266-00B4-4DB4-941C-8AC79B9E83C5}" srcId="{DD002127-90C5-4D92-BA21-8E33EFD80691}" destId="{25013347-6206-4162-A0D2-95D5199F53FB}" srcOrd="2" destOrd="0" parTransId="{F1AA9179-37E4-4247-A440-9B0ADD80CDC4}" sibTransId="{97E77BEF-E0AD-4548-B8CF-84F692F963A3}"/>
    <dgm:cxn modelId="{A4793948-17D1-4377-BD6B-301989B16FE5}" srcId="{DD002127-90C5-4D92-BA21-8E33EFD80691}" destId="{C77233F8-319A-462A-8F27-66DB56759016}" srcOrd="1" destOrd="0" parTransId="{21B130E7-027E-4C9B-A490-573BA9458747}" sibTransId="{0B952E67-D9F5-4D30-A0E2-C085A57E6593}"/>
    <dgm:cxn modelId="{8333DB59-8BCD-4FCE-ABA9-36ADBB58276E}" srcId="{DD002127-90C5-4D92-BA21-8E33EFD80691}" destId="{61BCF246-1A76-4119-9F67-BB3E30A8392F}" srcOrd="0" destOrd="0" parTransId="{BA48FC2C-2DA8-4FF4-8C04-1408FA1A175E}" sibTransId="{B7FCBA06-A488-4096-972C-0909B8C2DC7C}"/>
    <dgm:cxn modelId="{94865282-9E44-4386-9A0C-3AE900D228D9}" type="presOf" srcId="{25013347-6206-4162-A0D2-95D5199F53FB}" destId="{3B2652CD-BB90-4E10-94A2-B33D1A2C7FFC}" srcOrd="0" destOrd="0" presId="urn:microsoft.com/office/officeart/2005/8/layout/process4"/>
    <dgm:cxn modelId="{ED8815B5-007F-4C54-B2B7-1DCBAEB4A552}" type="presOf" srcId="{C77233F8-319A-462A-8F27-66DB56759016}" destId="{AAB4CD1A-00E3-42DE-8C3D-7F6113284ACD}" srcOrd="0" destOrd="0" presId="urn:microsoft.com/office/officeart/2005/8/layout/process4"/>
    <dgm:cxn modelId="{7CF3827D-87D7-48B3-B5F5-6A9B64BA1B37}" type="presParOf" srcId="{16661B73-F25A-4CCB-A5AA-E366D4D1D697}" destId="{C57D39D8-0644-4FED-B3DE-65B0B2B47A74}" srcOrd="0" destOrd="0" presId="urn:microsoft.com/office/officeart/2005/8/layout/process4"/>
    <dgm:cxn modelId="{B5D91E93-8E8A-434B-9099-3E6ACA4325D2}" type="presParOf" srcId="{C57D39D8-0644-4FED-B3DE-65B0B2B47A74}" destId="{3B2652CD-BB90-4E10-94A2-B33D1A2C7FFC}" srcOrd="0" destOrd="0" presId="urn:microsoft.com/office/officeart/2005/8/layout/process4"/>
    <dgm:cxn modelId="{7A8718AA-83B4-41D1-9E28-610CC7A69968}" type="presParOf" srcId="{16661B73-F25A-4CCB-A5AA-E366D4D1D697}" destId="{DB666EC0-29C1-4C0E-9470-DA3400524267}" srcOrd="1" destOrd="0" presId="urn:microsoft.com/office/officeart/2005/8/layout/process4"/>
    <dgm:cxn modelId="{BFF5308A-5EB2-47BF-B452-E9BDFCEBF46C}" type="presParOf" srcId="{16661B73-F25A-4CCB-A5AA-E366D4D1D697}" destId="{0CD306FF-DFA7-4DBE-9EFC-E50798C1C34A}" srcOrd="2" destOrd="0" presId="urn:microsoft.com/office/officeart/2005/8/layout/process4"/>
    <dgm:cxn modelId="{98DCAC4D-0E20-4B65-AAA7-FEA69DF45172}" type="presParOf" srcId="{0CD306FF-DFA7-4DBE-9EFC-E50798C1C34A}" destId="{AAB4CD1A-00E3-42DE-8C3D-7F6113284ACD}" srcOrd="0" destOrd="0" presId="urn:microsoft.com/office/officeart/2005/8/layout/process4"/>
    <dgm:cxn modelId="{9AF2BC71-CAA3-4583-92E4-6492144CE8B5}" type="presParOf" srcId="{16661B73-F25A-4CCB-A5AA-E366D4D1D697}" destId="{1C010FAC-934C-45E6-B602-FF6E748ADC6D}" srcOrd="3" destOrd="0" presId="urn:microsoft.com/office/officeart/2005/8/layout/process4"/>
    <dgm:cxn modelId="{1E87C09F-06CA-42E0-B4F8-0DE34A823294}" type="presParOf" srcId="{16661B73-F25A-4CCB-A5AA-E366D4D1D697}" destId="{250C6148-0654-421A-822E-4F04E6ED33CC}" srcOrd="4" destOrd="0" presId="urn:microsoft.com/office/officeart/2005/8/layout/process4"/>
    <dgm:cxn modelId="{7E779EF1-1ECB-4B92-ADAC-8A8AEF40C384}" type="presParOf" srcId="{250C6148-0654-421A-822E-4F04E6ED33CC}" destId="{2377C091-EC38-4B6B-B364-431900373D72}"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AD1DA81-F246-4D51-9509-71E495A2F56F}" type="doc">
      <dgm:prSet loTypeId="urn:microsoft.com/office/officeart/2009/3/layout/StepUpProcess" loCatId="process" qsTypeId="urn:microsoft.com/office/officeart/2005/8/quickstyle/simple1" qsCatId="simple" csTypeId="urn:microsoft.com/office/officeart/2005/8/colors/accent1_4" csCatId="accent1" phldr="1"/>
      <dgm:spPr/>
      <dgm:t>
        <a:bodyPr/>
        <a:lstStyle/>
        <a:p>
          <a:endParaRPr lang="en-US"/>
        </a:p>
      </dgm:t>
    </dgm:pt>
    <dgm:pt modelId="{55D9E213-4C6A-4492-AEF9-07A1352A1CEE}">
      <dgm:prSet custT="1"/>
      <dgm:spPr/>
      <dgm:t>
        <a:bodyPr/>
        <a:lstStyle/>
        <a:p>
          <a:pPr algn="ctr"/>
          <a:r>
            <a:rPr lang="nl-NL" sz="2400">
              <a:latin typeface="Times New Roman (Headings)"/>
            </a:rPr>
            <a:t>Khời tạo quần thể</a:t>
          </a:r>
          <a:endParaRPr lang="en-US" sz="2400" dirty="0">
            <a:latin typeface="Times New Roman (Headings)"/>
          </a:endParaRPr>
        </a:p>
      </dgm:t>
    </dgm:pt>
    <dgm:pt modelId="{F6415BE5-DF80-42AA-91F1-91954C0FD17A}" type="parTrans" cxnId="{EDECE349-8214-40F0-BACC-392666D318A0}">
      <dgm:prSet/>
      <dgm:spPr/>
      <dgm:t>
        <a:bodyPr/>
        <a:lstStyle/>
        <a:p>
          <a:endParaRPr lang="en-US"/>
        </a:p>
      </dgm:t>
    </dgm:pt>
    <dgm:pt modelId="{18E6160D-0B21-4D9D-B7D8-A10B01047202}" type="sibTrans" cxnId="{EDECE349-8214-40F0-BACC-392666D318A0}">
      <dgm:prSet phldrT="01" phldr="0"/>
      <dgm:spPr/>
      <dgm:t>
        <a:bodyPr/>
        <a:lstStyle/>
        <a:p>
          <a:endParaRPr lang="en-GB"/>
        </a:p>
      </dgm:t>
    </dgm:pt>
    <dgm:pt modelId="{12D2EE1D-EAF4-4D73-AFBA-157BD3CBC403}">
      <dgm:prSet custT="1"/>
      <dgm:spPr/>
      <dgm:t>
        <a:bodyPr/>
        <a:lstStyle/>
        <a:p>
          <a:pPr algn="ctr"/>
          <a:r>
            <a:rPr lang="nl-NL" sz="2400">
              <a:latin typeface="Times New Roman (Headings)"/>
            </a:rPr>
            <a:t>Hàm thích nghi</a:t>
          </a:r>
          <a:endParaRPr lang="en-US" sz="2400" dirty="0">
            <a:latin typeface="Times New Roman (Headings)"/>
          </a:endParaRPr>
        </a:p>
      </dgm:t>
    </dgm:pt>
    <dgm:pt modelId="{F7B008DD-FDFB-4F9A-9472-D92F715BE745}" type="parTrans" cxnId="{EF5EF5DD-46BB-4315-B4F4-C270CA0E7926}">
      <dgm:prSet/>
      <dgm:spPr/>
      <dgm:t>
        <a:bodyPr/>
        <a:lstStyle/>
        <a:p>
          <a:endParaRPr lang="en-US"/>
        </a:p>
      </dgm:t>
    </dgm:pt>
    <dgm:pt modelId="{02E471CD-EEA5-4A54-8219-BEA92BC6850C}" type="sibTrans" cxnId="{EF5EF5DD-46BB-4315-B4F4-C270CA0E7926}">
      <dgm:prSet phldrT="02" phldr="0"/>
      <dgm:spPr/>
      <dgm:t>
        <a:bodyPr/>
        <a:lstStyle/>
        <a:p>
          <a:endParaRPr lang="en-GB"/>
        </a:p>
      </dgm:t>
    </dgm:pt>
    <dgm:pt modelId="{C603565D-A6BA-4DBE-AABC-FDE8D586C384}">
      <dgm:prSet custT="1"/>
      <dgm:spPr/>
      <dgm:t>
        <a:bodyPr/>
        <a:lstStyle/>
        <a:p>
          <a:pPr algn="ctr"/>
          <a:r>
            <a:rPr lang="en-US" sz="2400">
              <a:latin typeface="Times New Roman (Headings)"/>
            </a:rPr>
            <a:t>Chọn lọc</a:t>
          </a:r>
          <a:endParaRPr lang="en-US" sz="2400" dirty="0">
            <a:latin typeface="Times New Roman (Headings)"/>
          </a:endParaRPr>
        </a:p>
      </dgm:t>
    </dgm:pt>
    <dgm:pt modelId="{D8B01E2B-6B60-4E82-A312-EB05B49ED0E9}" type="parTrans" cxnId="{191025DC-C7B2-4AEF-BA6C-668C9AF12656}">
      <dgm:prSet/>
      <dgm:spPr/>
      <dgm:t>
        <a:bodyPr/>
        <a:lstStyle/>
        <a:p>
          <a:endParaRPr lang="en-US"/>
        </a:p>
      </dgm:t>
    </dgm:pt>
    <dgm:pt modelId="{3458DB39-1882-4629-9FEA-0D04C6965EEF}" type="sibTrans" cxnId="{191025DC-C7B2-4AEF-BA6C-668C9AF12656}">
      <dgm:prSet phldrT="03" phldr="0"/>
      <dgm:spPr/>
      <dgm:t>
        <a:bodyPr/>
        <a:lstStyle/>
        <a:p>
          <a:endParaRPr lang="en-GB"/>
        </a:p>
      </dgm:t>
    </dgm:pt>
    <dgm:pt modelId="{8AA673A7-555B-4A6D-B345-7DBD06BCE391}">
      <dgm:prSet custT="1"/>
      <dgm:spPr/>
      <dgm:t>
        <a:bodyPr/>
        <a:lstStyle/>
        <a:p>
          <a:pPr algn="ctr"/>
          <a:r>
            <a:rPr lang="nl-NL" sz="2400">
              <a:latin typeface="Times New Roman (Headings)"/>
            </a:rPr>
            <a:t>Lai ghép</a:t>
          </a:r>
          <a:endParaRPr lang="en-US" sz="2400" dirty="0">
            <a:latin typeface="Times New Roman (Headings)"/>
          </a:endParaRPr>
        </a:p>
      </dgm:t>
    </dgm:pt>
    <dgm:pt modelId="{BFC60B7D-8157-4662-BF16-0651532A939B}" type="parTrans" cxnId="{3B622CC6-ECA9-4FF6-95E9-A4917FB8A083}">
      <dgm:prSet/>
      <dgm:spPr/>
      <dgm:t>
        <a:bodyPr/>
        <a:lstStyle/>
        <a:p>
          <a:endParaRPr lang="en-US"/>
        </a:p>
      </dgm:t>
    </dgm:pt>
    <dgm:pt modelId="{DBC72EBC-1745-4D98-A04C-154C6438FDE4}" type="sibTrans" cxnId="{3B622CC6-ECA9-4FF6-95E9-A4917FB8A083}">
      <dgm:prSet phldrT="04" phldr="0"/>
      <dgm:spPr/>
      <dgm:t>
        <a:bodyPr/>
        <a:lstStyle/>
        <a:p>
          <a:endParaRPr lang="en-GB"/>
        </a:p>
      </dgm:t>
    </dgm:pt>
    <dgm:pt modelId="{FEF2C35D-34F6-43A0-97B8-2367F2F789FF}">
      <dgm:prSet custT="1"/>
      <dgm:spPr/>
      <dgm:t>
        <a:bodyPr/>
        <a:lstStyle/>
        <a:p>
          <a:pPr algn="ctr"/>
          <a:r>
            <a:rPr lang="en-US" sz="2400">
              <a:latin typeface="Times New Roman (Headings)"/>
            </a:rPr>
            <a:t>Đột biến</a:t>
          </a:r>
          <a:endParaRPr lang="en-US" sz="2400" dirty="0">
            <a:latin typeface="Times New Roman (Headings)"/>
          </a:endParaRPr>
        </a:p>
      </dgm:t>
    </dgm:pt>
    <dgm:pt modelId="{AD95ECFD-B491-4A63-9198-E20DD6C48E44}" type="parTrans" cxnId="{F991A6B7-51A9-4473-AF23-771CCAF0B22F}">
      <dgm:prSet/>
      <dgm:spPr/>
      <dgm:t>
        <a:bodyPr/>
        <a:lstStyle/>
        <a:p>
          <a:endParaRPr lang="en-US"/>
        </a:p>
      </dgm:t>
    </dgm:pt>
    <dgm:pt modelId="{F2A2AA1F-84CE-47AF-8F33-3124DC1CAD44}" type="sibTrans" cxnId="{F991A6B7-51A9-4473-AF23-771CCAF0B22F}">
      <dgm:prSet phldrT="05" phldr="0"/>
      <dgm:spPr/>
      <dgm:t>
        <a:bodyPr/>
        <a:lstStyle/>
        <a:p>
          <a:endParaRPr lang="en-US" dirty="0"/>
        </a:p>
      </dgm:t>
    </dgm:pt>
    <dgm:pt modelId="{283BED72-74B6-4361-B3D2-A64419B33CCA}">
      <dgm:prSet custT="1"/>
      <dgm:spPr/>
      <dgm:t>
        <a:bodyPr/>
        <a:lstStyle/>
        <a:p>
          <a:pPr algn="ctr"/>
          <a:r>
            <a:rPr lang="en-US" sz="2400">
              <a:latin typeface="Times New Roman (Headings)"/>
            </a:rPr>
            <a:t>Bảo tồn cá thể ưu tú</a:t>
          </a:r>
          <a:endParaRPr lang="en-US" sz="2400" dirty="0">
            <a:latin typeface="Times New Roman (Headings)"/>
          </a:endParaRPr>
        </a:p>
      </dgm:t>
    </dgm:pt>
    <dgm:pt modelId="{69B182C0-5078-47AF-9BE4-B63C459ED355}" type="parTrans" cxnId="{1EB6A63B-5784-4C34-8BFD-0035E26C1940}">
      <dgm:prSet/>
      <dgm:spPr/>
      <dgm:t>
        <a:bodyPr/>
        <a:lstStyle/>
        <a:p>
          <a:endParaRPr lang="en-US"/>
        </a:p>
      </dgm:t>
    </dgm:pt>
    <dgm:pt modelId="{517CD7C0-0637-4072-8B4A-8BE9D9F94758}" type="sibTrans" cxnId="{1EB6A63B-5784-4C34-8BFD-0035E26C1940}">
      <dgm:prSet/>
      <dgm:spPr/>
      <dgm:t>
        <a:bodyPr/>
        <a:lstStyle/>
        <a:p>
          <a:endParaRPr lang="en-US"/>
        </a:p>
      </dgm:t>
    </dgm:pt>
    <dgm:pt modelId="{F63C9F7E-8914-4139-857A-C05A969C8675}">
      <dgm:prSet custT="1"/>
      <dgm:spPr/>
      <dgm:t>
        <a:bodyPr/>
        <a:lstStyle/>
        <a:p>
          <a:pPr algn="ctr"/>
          <a:r>
            <a:rPr lang="en-US" sz="2400">
              <a:latin typeface="Times New Roman (Headings)"/>
            </a:rPr>
            <a:t>Điều kiện dừng</a:t>
          </a:r>
          <a:endParaRPr lang="en-US" sz="2400" dirty="0">
            <a:latin typeface="Times New Roman (Headings)"/>
          </a:endParaRPr>
        </a:p>
      </dgm:t>
    </dgm:pt>
    <dgm:pt modelId="{7C3AC628-2AA5-4AB6-BFCE-5EEBE825D734}" type="parTrans" cxnId="{4D6E17B5-B90A-4330-87A3-F5BB66644764}">
      <dgm:prSet/>
      <dgm:spPr/>
      <dgm:t>
        <a:bodyPr/>
        <a:lstStyle/>
        <a:p>
          <a:endParaRPr lang="en-US"/>
        </a:p>
      </dgm:t>
    </dgm:pt>
    <dgm:pt modelId="{C339473D-679F-4756-9D22-98B73351D9D1}" type="sibTrans" cxnId="{4D6E17B5-B90A-4330-87A3-F5BB66644764}">
      <dgm:prSet/>
      <dgm:spPr/>
      <dgm:t>
        <a:bodyPr/>
        <a:lstStyle/>
        <a:p>
          <a:endParaRPr lang="en-US"/>
        </a:p>
      </dgm:t>
    </dgm:pt>
    <dgm:pt modelId="{C36B8C07-1E16-402E-9CCC-16CE079682B0}" type="pres">
      <dgm:prSet presAssocID="{7AD1DA81-F246-4D51-9509-71E495A2F56F}" presName="rootnode" presStyleCnt="0">
        <dgm:presLayoutVars>
          <dgm:chMax/>
          <dgm:chPref/>
          <dgm:dir/>
          <dgm:animLvl val="lvl"/>
        </dgm:presLayoutVars>
      </dgm:prSet>
      <dgm:spPr/>
    </dgm:pt>
    <dgm:pt modelId="{E033D834-2E1D-4D27-9073-47B4FBCA1ABD}" type="pres">
      <dgm:prSet presAssocID="{55D9E213-4C6A-4492-AEF9-07A1352A1CEE}" presName="composite" presStyleCnt="0"/>
      <dgm:spPr/>
    </dgm:pt>
    <dgm:pt modelId="{A50AD0D7-9872-49F1-8023-EC62EE1FA509}" type="pres">
      <dgm:prSet presAssocID="{55D9E213-4C6A-4492-AEF9-07A1352A1CEE}" presName="LShape" presStyleLbl="alignNode1" presStyleIdx="0" presStyleCnt="13"/>
      <dgm:spPr/>
    </dgm:pt>
    <dgm:pt modelId="{D98B6127-BBA7-4A1C-AB6C-30AE03F6EA14}" type="pres">
      <dgm:prSet presAssocID="{55D9E213-4C6A-4492-AEF9-07A1352A1CEE}" presName="ParentText" presStyleLbl="revTx" presStyleIdx="0" presStyleCnt="7">
        <dgm:presLayoutVars>
          <dgm:chMax val="0"/>
          <dgm:chPref val="0"/>
          <dgm:bulletEnabled val="1"/>
        </dgm:presLayoutVars>
      </dgm:prSet>
      <dgm:spPr/>
    </dgm:pt>
    <dgm:pt modelId="{036B5D4A-8621-4F19-89DF-DF6D40D09F05}" type="pres">
      <dgm:prSet presAssocID="{55D9E213-4C6A-4492-AEF9-07A1352A1CEE}" presName="Triangle" presStyleLbl="alignNode1" presStyleIdx="1" presStyleCnt="13"/>
      <dgm:spPr/>
    </dgm:pt>
    <dgm:pt modelId="{5811420C-1B83-4775-A95D-9E2C44681573}" type="pres">
      <dgm:prSet presAssocID="{18E6160D-0B21-4D9D-B7D8-A10B01047202}" presName="sibTrans" presStyleCnt="0"/>
      <dgm:spPr/>
    </dgm:pt>
    <dgm:pt modelId="{004D4D08-E253-4A0D-A149-3A06ADD5A3CB}" type="pres">
      <dgm:prSet presAssocID="{18E6160D-0B21-4D9D-B7D8-A10B01047202}" presName="space" presStyleCnt="0"/>
      <dgm:spPr/>
    </dgm:pt>
    <dgm:pt modelId="{E70B6123-40E5-4944-9ED5-DF7A0C847EA3}" type="pres">
      <dgm:prSet presAssocID="{12D2EE1D-EAF4-4D73-AFBA-157BD3CBC403}" presName="composite" presStyleCnt="0"/>
      <dgm:spPr/>
    </dgm:pt>
    <dgm:pt modelId="{F2BBCBD4-2B67-4420-8486-B2EAD56FF7E1}" type="pres">
      <dgm:prSet presAssocID="{12D2EE1D-EAF4-4D73-AFBA-157BD3CBC403}" presName="LShape" presStyleLbl="alignNode1" presStyleIdx="2" presStyleCnt="13"/>
      <dgm:spPr/>
    </dgm:pt>
    <dgm:pt modelId="{9225B17D-0B9D-4C67-82C8-40F6FE967B67}" type="pres">
      <dgm:prSet presAssocID="{12D2EE1D-EAF4-4D73-AFBA-157BD3CBC403}" presName="ParentText" presStyleLbl="revTx" presStyleIdx="1" presStyleCnt="7">
        <dgm:presLayoutVars>
          <dgm:chMax val="0"/>
          <dgm:chPref val="0"/>
          <dgm:bulletEnabled val="1"/>
        </dgm:presLayoutVars>
      </dgm:prSet>
      <dgm:spPr/>
    </dgm:pt>
    <dgm:pt modelId="{7BF1F820-1275-4122-ABD7-652B33E32AE1}" type="pres">
      <dgm:prSet presAssocID="{12D2EE1D-EAF4-4D73-AFBA-157BD3CBC403}" presName="Triangle" presStyleLbl="alignNode1" presStyleIdx="3" presStyleCnt="13"/>
      <dgm:spPr/>
    </dgm:pt>
    <dgm:pt modelId="{2683A5F8-DF82-413B-AA2F-ECB195073665}" type="pres">
      <dgm:prSet presAssocID="{02E471CD-EEA5-4A54-8219-BEA92BC6850C}" presName="sibTrans" presStyleCnt="0"/>
      <dgm:spPr/>
    </dgm:pt>
    <dgm:pt modelId="{33C6DC85-4C65-47F3-890A-CB28836C2206}" type="pres">
      <dgm:prSet presAssocID="{02E471CD-EEA5-4A54-8219-BEA92BC6850C}" presName="space" presStyleCnt="0"/>
      <dgm:spPr/>
    </dgm:pt>
    <dgm:pt modelId="{F6F86407-1762-462D-9CA5-52B87A281A76}" type="pres">
      <dgm:prSet presAssocID="{C603565D-A6BA-4DBE-AABC-FDE8D586C384}" presName="composite" presStyleCnt="0"/>
      <dgm:spPr/>
    </dgm:pt>
    <dgm:pt modelId="{A91A0170-2D87-4A58-891B-3B20B644CE52}" type="pres">
      <dgm:prSet presAssocID="{C603565D-A6BA-4DBE-AABC-FDE8D586C384}" presName="LShape" presStyleLbl="alignNode1" presStyleIdx="4" presStyleCnt="13"/>
      <dgm:spPr/>
    </dgm:pt>
    <dgm:pt modelId="{80A7EF0A-68F0-485A-995A-5CCCD0601C4C}" type="pres">
      <dgm:prSet presAssocID="{C603565D-A6BA-4DBE-AABC-FDE8D586C384}" presName="ParentText" presStyleLbl="revTx" presStyleIdx="2" presStyleCnt="7">
        <dgm:presLayoutVars>
          <dgm:chMax val="0"/>
          <dgm:chPref val="0"/>
          <dgm:bulletEnabled val="1"/>
        </dgm:presLayoutVars>
      </dgm:prSet>
      <dgm:spPr/>
    </dgm:pt>
    <dgm:pt modelId="{560BB72D-3D9C-48EA-BD69-DB5BD635BE85}" type="pres">
      <dgm:prSet presAssocID="{C603565D-A6BA-4DBE-AABC-FDE8D586C384}" presName="Triangle" presStyleLbl="alignNode1" presStyleIdx="5" presStyleCnt="13"/>
      <dgm:spPr/>
    </dgm:pt>
    <dgm:pt modelId="{E40F2BB9-41DB-488D-9F46-7D24B0CF18DB}" type="pres">
      <dgm:prSet presAssocID="{3458DB39-1882-4629-9FEA-0D04C6965EEF}" presName="sibTrans" presStyleCnt="0"/>
      <dgm:spPr/>
    </dgm:pt>
    <dgm:pt modelId="{D60BE2E5-7D86-4F68-BF9E-71B99366288F}" type="pres">
      <dgm:prSet presAssocID="{3458DB39-1882-4629-9FEA-0D04C6965EEF}" presName="space" presStyleCnt="0"/>
      <dgm:spPr/>
    </dgm:pt>
    <dgm:pt modelId="{6667C5CF-EA73-4131-B28D-9387BEDCD21D}" type="pres">
      <dgm:prSet presAssocID="{8AA673A7-555B-4A6D-B345-7DBD06BCE391}" presName="composite" presStyleCnt="0"/>
      <dgm:spPr/>
    </dgm:pt>
    <dgm:pt modelId="{75F1CFBF-12ED-496E-BCF4-56F487A227B1}" type="pres">
      <dgm:prSet presAssocID="{8AA673A7-555B-4A6D-B345-7DBD06BCE391}" presName="LShape" presStyleLbl="alignNode1" presStyleIdx="6" presStyleCnt="13"/>
      <dgm:spPr/>
    </dgm:pt>
    <dgm:pt modelId="{5BF58673-C9D9-47E5-86C7-2507FFD8A434}" type="pres">
      <dgm:prSet presAssocID="{8AA673A7-555B-4A6D-B345-7DBD06BCE391}" presName="ParentText" presStyleLbl="revTx" presStyleIdx="3" presStyleCnt="7">
        <dgm:presLayoutVars>
          <dgm:chMax val="0"/>
          <dgm:chPref val="0"/>
          <dgm:bulletEnabled val="1"/>
        </dgm:presLayoutVars>
      </dgm:prSet>
      <dgm:spPr/>
    </dgm:pt>
    <dgm:pt modelId="{28711D7E-D9A9-4EFA-869E-CA21E1B8EB45}" type="pres">
      <dgm:prSet presAssocID="{8AA673A7-555B-4A6D-B345-7DBD06BCE391}" presName="Triangle" presStyleLbl="alignNode1" presStyleIdx="7" presStyleCnt="13"/>
      <dgm:spPr/>
    </dgm:pt>
    <dgm:pt modelId="{56173356-995B-43F0-9042-5CE7982A77F8}" type="pres">
      <dgm:prSet presAssocID="{DBC72EBC-1745-4D98-A04C-154C6438FDE4}" presName="sibTrans" presStyleCnt="0"/>
      <dgm:spPr/>
    </dgm:pt>
    <dgm:pt modelId="{C231D5A2-723A-40E1-BE26-FC138AA0384E}" type="pres">
      <dgm:prSet presAssocID="{DBC72EBC-1745-4D98-A04C-154C6438FDE4}" presName="space" presStyleCnt="0"/>
      <dgm:spPr/>
    </dgm:pt>
    <dgm:pt modelId="{1DCC32A1-56D3-4371-A0DD-216CB0DE9EAC}" type="pres">
      <dgm:prSet presAssocID="{FEF2C35D-34F6-43A0-97B8-2367F2F789FF}" presName="composite" presStyleCnt="0"/>
      <dgm:spPr/>
    </dgm:pt>
    <dgm:pt modelId="{B526F6D7-81E7-4207-909E-6F5C213F487E}" type="pres">
      <dgm:prSet presAssocID="{FEF2C35D-34F6-43A0-97B8-2367F2F789FF}" presName="LShape" presStyleLbl="alignNode1" presStyleIdx="8" presStyleCnt="13"/>
      <dgm:spPr/>
    </dgm:pt>
    <dgm:pt modelId="{FA9E9541-D86D-4BC1-88A8-D3D5AECB6511}" type="pres">
      <dgm:prSet presAssocID="{FEF2C35D-34F6-43A0-97B8-2367F2F789FF}" presName="ParentText" presStyleLbl="revTx" presStyleIdx="4" presStyleCnt="7">
        <dgm:presLayoutVars>
          <dgm:chMax val="0"/>
          <dgm:chPref val="0"/>
          <dgm:bulletEnabled val="1"/>
        </dgm:presLayoutVars>
      </dgm:prSet>
      <dgm:spPr/>
    </dgm:pt>
    <dgm:pt modelId="{86BE59E8-395E-4928-A293-B609C4A37690}" type="pres">
      <dgm:prSet presAssocID="{FEF2C35D-34F6-43A0-97B8-2367F2F789FF}" presName="Triangle" presStyleLbl="alignNode1" presStyleIdx="9" presStyleCnt="13"/>
      <dgm:spPr/>
    </dgm:pt>
    <dgm:pt modelId="{41D6D92D-7B2E-4AC0-A02A-972664D890C9}" type="pres">
      <dgm:prSet presAssocID="{F2A2AA1F-84CE-47AF-8F33-3124DC1CAD44}" presName="sibTrans" presStyleCnt="0"/>
      <dgm:spPr/>
    </dgm:pt>
    <dgm:pt modelId="{C9CFFA8F-9E14-4F13-91D4-09F11FA8CE31}" type="pres">
      <dgm:prSet presAssocID="{F2A2AA1F-84CE-47AF-8F33-3124DC1CAD44}" presName="space" presStyleCnt="0"/>
      <dgm:spPr/>
    </dgm:pt>
    <dgm:pt modelId="{1F929AC7-B870-48B1-97EE-F8B266747519}" type="pres">
      <dgm:prSet presAssocID="{283BED72-74B6-4361-B3D2-A64419B33CCA}" presName="composite" presStyleCnt="0"/>
      <dgm:spPr/>
    </dgm:pt>
    <dgm:pt modelId="{6F561A43-2730-4546-9CF2-5A8FFB939CD4}" type="pres">
      <dgm:prSet presAssocID="{283BED72-74B6-4361-B3D2-A64419B33CCA}" presName="LShape" presStyleLbl="alignNode1" presStyleIdx="10" presStyleCnt="13"/>
      <dgm:spPr/>
    </dgm:pt>
    <dgm:pt modelId="{D594175D-5941-4465-9C6C-09BC52B2A788}" type="pres">
      <dgm:prSet presAssocID="{283BED72-74B6-4361-B3D2-A64419B33CCA}" presName="ParentText" presStyleLbl="revTx" presStyleIdx="5" presStyleCnt="7">
        <dgm:presLayoutVars>
          <dgm:chMax val="0"/>
          <dgm:chPref val="0"/>
          <dgm:bulletEnabled val="1"/>
        </dgm:presLayoutVars>
      </dgm:prSet>
      <dgm:spPr/>
    </dgm:pt>
    <dgm:pt modelId="{1D353B2E-CB02-4F91-9FA5-72CC5E3064AB}" type="pres">
      <dgm:prSet presAssocID="{283BED72-74B6-4361-B3D2-A64419B33CCA}" presName="Triangle" presStyleLbl="alignNode1" presStyleIdx="11" presStyleCnt="13"/>
      <dgm:spPr/>
    </dgm:pt>
    <dgm:pt modelId="{A5E7C48A-4B90-4817-B6F4-FB0D39B0FBAB}" type="pres">
      <dgm:prSet presAssocID="{517CD7C0-0637-4072-8B4A-8BE9D9F94758}" presName="sibTrans" presStyleCnt="0"/>
      <dgm:spPr/>
    </dgm:pt>
    <dgm:pt modelId="{F0045CFE-82D7-4EE8-855B-BF9674744440}" type="pres">
      <dgm:prSet presAssocID="{517CD7C0-0637-4072-8B4A-8BE9D9F94758}" presName="space" presStyleCnt="0"/>
      <dgm:spPr/>
    </dgm:pt>
    <dgm:pt modelId="{AA412B23-D484-4645-81BE-118A3B0C267B}" type="pres">
      <dgm:prSet presAssocID="{F63C9F7E-8914-4139-857A-C05A969C8675}" presName="composite" presStyleCnt="0"/>
      <dgm:spPr/>
    </dgm:pt>
    <dgm:pt modelId="{C2619BB9-1B29-4B7F-A296-F42A61EE6677}" type="pres">
      <dgm:prSet presAssocID="{F63C9F7E-8914-4139-857A-C05A969C8675}" presName="LShape" presStyleLbl="alignNode1" presStyleIdx="12" presStyleCnt="13"/>
      <dgm:spPr/>
    </dgm:pt>
    <dgm:pt modelId="{32C0E97C-91C0-4424-BE06-6D8E33921374}" type="pres">
      <dgm:prSet presAssocID="{F63C9F7E-8914-4139-857A-C05A969C8675}" presName="ParentText" presStyleLbl="revTx" presStyleIdx="6" presStyleCnt="7">
        <dgm:presLayoutVars>
          <dgm:chMax val="0"/>
          <dgm:chPref val="0"/>
          <dgm:bulletEnabled val="1"/>
        </dgm:presLayoutVars>
      </dgm:prSet>
      <dgm:spPr/>
    </dgm:pt>
  </dgm:ptLst>
  <dgm:cxnLst>
    <dgm:cxn modelId="{018F070C-ADBC-4E1A-A70C-1D07D4FAB22F}" type="presOf" srcId="{12D2EE1D-EAF4-4D73-AFBA-157BD3CBC403}" destId="{9225B17D-0B9D-4C67-82C8-40F6FE967B67}" srcOrd="0" destOrd="0" presId="urn:microsoft.com/office/officeart/2009/3/layout/StepUpProcess"/>
    <dgm:cxn modelId="{BD7ACE0D-0B6D-4F3E-BA64-5A2A5F51A5D2}" type="presOf" srcId="{55D9E213-4C6A-4492-AEF9-07A1352A1CEE}" destId="{D98B6127-BBA7-4A1C-AB6C-30AE03F6EA14}" srcOrd="0" destOrd="0" presId="urn:microsoft.com/office/officeart/2009/3/layout/StepUpProcess"/>
    <dgm:cxn modelId="{1EB6A63B-5784-4C34-8BFD-0035E26C1940}" srcId="{7AD1DA81-F246-4D51-9509-71E495A2F56F}" destId="{283BED72-74B6-4361-B3D2-A64419B33CCA}" srcOrd="5" destOrd="0" parTransId="{69B182C0-5078-47AF-9BE4-B63C459ED355}" sibTransId="{517CD7C0-0637-4072-8B4A-8BE9D9F94758}"/>
    <dgm:cxn modelId="{FE0AC33C-1D0D-4BE6-BAFC-BBF2BA479EDA}" type="presOf" srcId="{F63C9F7E-8914-4139-857A-C05A969C8675}" destId="{32C0E97C-91C0-4424-BE06-6D8E33921374}" srcOrd="0" destOrd="0" presId="urn:microsoft.com/office/officeart/2009/3/layout/StepUpProcess"/>
    <dgm:cxn modelId="{A0701C65-95BE-472A-91BD-EDB01F1885FD}" type="presOf" srcId="{C603565D-A6BA-4DBE-AABC-FDE8D586C384}" destId="{80A7EF0A-68F0-485A-995A-5CCCD0601C4C}" srcOrd="0" destOrd="0" presId="urn:microsoft.com/office/officeart/2009/3/layout/StepUpProcess"/>
    <dgm:cxn modelId="{EDECE349-8214-40F0-BACC-392666D318A0}" srcId="{7AD1DA81-F246-4D51-9509-71E495A2F56F}" destId="{55D9E213-4C6A-4492-AEF9-07A1352A1CEE}" srcOrd="0" destOrd="0" parTransId="{F6415BE5-DF80-42AA-91F1-91954C0FD17A}" sibTransId="{18E6160D-0B21-4D9D-B7D8-A10B01047202}"/>
    <dgm:cxn modelId="{8BB8EE6A-4AF8-43AB-B188-6DE3B73F1EE8}" type="presOf" srcId="{FEF2C35D-34F6-43A0-97B8-2367F2F789FF}" destId="{FA9E9541-D86D-4BC1-88A8-D3D5AECB6511}" srcOrd="0" destOrd="0" presId="urn:microsoft.com/office/officeart/2009/3/layout/StepUpProcess"/>
    <dgm:cxn modelId="{4D6E17B5-B90A-4330-87A3-F5BB66644764}" srcId="{7AD1DA81-F246-4D51-9509-71E495A2F56F}" destId="{F63C9F7E-8914-4139-857A-C05A969C8675}" srcOrd="6" destOrd="0" parTransId="{7C3AC628-2AA5-4AB6-BFCE-5EEBE825D734}" sibTransId="{C339473D-679F-4756-9D22-98B73351D9D1}"/>
    <dgm:cxn modelId="{F991A6B7-51A9-4473-AF23-771CCAF0B22F}" srcId="{7AD1DA81-F246-4D51-9509-71E495A2F56F}" destId="{FEF2C35D-34F6-43A0-97B8-2367F2F789FF}" srcOrd="4" destOrd="0" parTransId="{AD95ECFD-B491-4A63-9198-E20DD6C48E44}" sibTransId="{F2A2AA1F-84CE-47AF-8F33-3124DC1CAD44}"/>
    <dgm:cxn modelId="{3043C2B8-5DC9-4421-B4E9-2D9AD0D0E490}" type="presOf" srcId="{7AD1DA81-F246-4D51-9509-71E495A2F56F}" destId="{C36B8C07-1E16-402E-9CCC-16CE079682B0}" srcOrd="0" destOrd="0" presId="urn:microsoft.com/office/officeart/2009/3/layout/StepUpProcess"/>
    <dgm:cxn modelId="{3B622CC6-ECA9-4FF6-95E9-A4917FB8A083}" srcId="{7AD1DA81-F246-4D51-9509-71E495A2F56F}" destId="{8AA673A7-555B-4A6D-B345-7DBD06BCE391}" srcOrd="3" destOrd="0" parTransId="{BFC60B7D-8157-4662-BF16-0651532A939B}" sibTransId="{DBC72EBC-1745-4D98-A04C-154C6438FDE4}"/>
    <dgm:cxn modelId="{ED8BB9C7-03E6-4DCA-9387-046E1DE78DEC}" type="presOf" srcId="{283BED72-74B6-4361-B3D2-A64419B33CCA}" destId="{D594175D-5941-4465-9C6C-09BC52B2A788}" srcOrd="0" destOrd="0" presId="urn:microsoft.com/office/officeart/2009/3/layout/StepUpProcess"/>
    <dgm:cxn modelId="{191025DC-C7B2-4AEF-BA6C-668C9AF12656}" srcId="{7AD1DA81-F246-4D51-9509-71E495A2F56F}" destId="{C603565D-A6BA-4DBE-AABC-FDE8D586C384}" srcOrd="2" destOrd="0" parTransId="{D8B01E2B-6B60-4E82-A312-EB05B49ED0E9}" sibTransId="{3458DB39-1882-4629-9FEA-0D04C6965EEF}"/>
    <dgm:cxn modelId="{EF5EF5DD-46BB-4315-B4F4-C270CA0E7926}" srcId="{7AD1DA81-F246-4D51-9509-71E495A2F56F}" destId="{12D2EE1D-EAF4-4D73-AFBA-157BD3CBC403}" srcOrd="1" destOrd="0" parTransId="{F7B008DD-FDFB-4F9A-9472-D92F715BE745}" sibTransId="{02E471CD-EEA5-4A54-8219-BEA92BC6850C}"/>
    <dgm:cxn modelId="{9E0285EC-151B-4516-A8C0-C8D7EABBB3E0}" type="presOf" srcId="{8AA673A7-555B-4A6D-B345-7DBD06BCE391}" destId="{5BF58673-C9D9-47E5-86C7-2507FFD8A434}" srcOrd="0" destOrd="0" presId="urn:microsoft.com/office/officeart/2009/3/layout/StepUpProcess"/>
    <dgm:cxn modelId="{1DA54CA5-59AB-4E52-9A91-57EF11896BA4}" type="presParOf" srcId="{C36B8C07-1E16-402E-9CCC-16CE079682B0}" destId="{E033D834-2E1D-4D27-9073-47B4FBCA1ABD}" srcOrd="0" destOrd="0" presId="urn:microsoft.com/office/officeart/2009/3/layout/StepUpProcess"/>
    <dgm:cxn modelId="{6EFEC6E5-9335-461D-AB90-E72685784B75}" type="presParOf" srcId="{E033D834-2E1D-4D27-9073-47B4FBCA1ABD}" destId="{A50AD0D7-9872-49F1-8023-EC62EE1FA509}" srcOrd="0" destOrd="0" presId="urn:microsoft.com/office/officeart/2009/3/layout/StepUpProcess"/>
    <dgm:cxn modelId="{154D3866-366D-465E-88F7-A840ACA5E508}" type="presParOf" srcId="{E033D834-2E1D-4D27-9073-47B4FBCA1ABD}" destId="{D98B6127-BBA7-4A1C-AB6C-30AE03F6EA14}" srcOrd="1" destOrd="0" presId="urn:microsoft.com/office/officeart/2009/3/layout/StepUpProcess"/>
    <dgm:cxn modelId="{02700B64-F186-4849-9943-E0779736ACEB}" type="presParOf" srcId="{E033D834-2E1D-4D27-9073-47B4FBCA1ABD}" destId="{036B5D4A-8621-4F19-89DF-DF6D40D09F05}" srcOrd="2" destOrd="0" presId="urn:microsoft.com/office/officeart/2009/3/layout/StepUpProcess"/>
    <dgm:cxn modelId="{0A567E5C-66A5-4408-86E4-4807A0B36418}" type="presParOf" srcId="{C36B8C07-1E16-402E-9CCC-16CE079682B0}" destId="{5811420C-1B83-4775-A95D-9E2C44681573}" srcOrd="1" destOrd="0" presId="urn:microsoft.com/office/officeart/2009/3/layout/StepUpProcess"/>
    <dgm:cxn modelId="{D74D952A-BFDB-461C-9590-6F370549B31E}" type="presParOf" srcId="{5811420C-1B83-4775-A95D-9E2C44681573}" destId="{004D4D08-E253-4A0D-A149-3A06ADD5A3CB}" srcOrd="0" destOrd="0" presId="urn:microsoft.com/office/officeart/2009/3/layout/StepUpProcess"/>
    <dgm:cxn modelId="{455B7ECC-9E77-4C31-8095-A810A1A7F9AE}" type="presParOf" srcId="{C36B8C07-1E16-402E-9CCC-16CE079682B0}" destId="{E70B6123-40E5-4944-9ED5-DF7A0C847EA3}" srcOrd="2" destOrd="0" presId="urn:microsoft.com/office/officeart/2009/3/layout/StepUpProcess"/>
    <dgm:cxn modelId="{1EAB9004-5147-45A4-B097-F48F66A32687}" type="presParOf" srcId="{E70B6123-40E5-4944-9ED5-DF7A0C847EA3}" destId="{F2BBCBD4-2B67-4420-8486-B2EAD56FF7E1}" srcOrd="0" destOrd="0" presId="urn:microsoft.com/office/officeart/2009/3/layout/StepUpProcess"/>
    <dgm:cxn modelId="{4EC38143-37BD-43F9-BDF5-1DA7C1BC9074}" type="presParOf" srcId="{E70B6123-40E5-4944-9ED5-DF7A0C847EA3}" destId="{9225B17D-0B9D-4C67-82C8-40F6FE967B67}" srcOrd="1" destOrd="0" presId="urn:microsoft.com/office/officeart/2009/3/layout/StepUpProcess"/>
    <dgm:cxn modelId="{24A74D6C-86CD-4423-B2EB-23855C8C33F4}" type="presParOf" srcId="{E70B6123-40E5-4944-9ED5-DF7A0C847EA3}" destId="{7BF1F820-1275-4122-ABD7-652B33E32AE1}" srcOrd="2" destOrd="0" presId="urn:microsoft.com/office/officeart/2009/3/layout/StepUpProcess"/>
    <dgm:cxn modelId="{FF3ED6CC-47DB-4CAA-8051-2C25103D62FF}" type="presParOf" srcId="{C36B8C07-1E16-402E-9CCC-16CE079682B0}" destId="{2683A5F8-DF82-413B-AA2F-ECB195073665}" srcOrd="3" destOrd="0" presId="urn:microsoft.com/office/officeart/2009/3/layout/StepUpProcess"/>
    <dgm:cxn modelId="{81148724-AE93-4836-9FF4-ED1E613AF52C}" type="presParOf" srcId="{2683A5F8-DF82-413B-AA2F-ECB195073665}" destId="{33C6DC85-4C65-47F3-890A-CB28836C2206}" srcOrd="0" destOrd="0" presId="urn:microsoft.com/office/officeart/2009/3/layout/StepUpProcess"/>
    <dgm:cxn modelId="{AEFAE831-5CB9-441B-9191-8AA0152609EE}" type="presParOf" srcId="{C36B8C07-1E16-402E-9CCC-16CE079682B0}" destId="{F6F86407-1762-462D-9CA5-52B87A281A76}" srcOrd="4" destOrd="0" presId="urn:microsoft.com/office/officeart/2009/3/layout/StepUpProcess"/>
    <dgm:cxn modelId="{8F7D880C-31D0-4C81-9463-75B3B4E8488D}" type="presParOf" srcId="{F6F86407-1762-462D-9CA5-52B87A281A76}" destId="{A91A0170-2D87-4A58-891B-3B20B644CE52}" srcOrd="0" destOrd="0" presId="urn:microsoft.com/office/officeart/2009/3/layout/StepUpProcess"/>
    <dgm:cxn modelId="{6BA4F750-C671-47E8-BA0E-A6B384F20A8C}" type="presParOf" srcId="{F6F86407-1762-462D-9CA5-52B87A281A76}" destId="{80A7EF0A-68F0-485A-995A-5CCCD0601C4C}" srcOrd="1" destOrd="0" presId="urn:microsoft.com/office/officeart/2009/3/layout/StepUpProcess"/>
    <dgm:cxn modelId="{B2FCEA92-EE6D-4331-B935-C4D69F4DE067}" type="presParOf" srcId="{F6F86407-1762-462D-9CA5-52B87A281A76}" destId="{560BB72D-3D9C-48EA-BD69-DB5BD635BE85}" srcOrd="2" destOrd="0" presId="urn:microsoft.com/office/officeart/2009/3/layout/StepUpProcess"/>
    <dgm:cxn modelId="{392BA60D-71DB-46DD-9DE3-F7C35C9626A7}" type="presParOf" srcId="{C36B8C07-1E16-402E-9CCC-16CE079682B0}" destId="{E40F2BB9-41DB-488D-9F46-7D24B0CF18DB}" srcOrd="5" destOrd="0" presId="urn:microsoft.com/office/officeart/2009/3/layout/StepUpProcess"/>
    <dgm:cxn modelId="{2456B956-1E8D-4476-8086-0CC36497B30C}" type="presParOf" srcId="{E40F2BB9-41DB-488D-9F46-7D24B0CF18DB}" destId="{D60BE2E5-7D86-4F68-BF9E-71B99366288F}" srcOrd="0" destOrd="0" presId="urn:microsoft.com/office/officeart/2009/3/layout/StepUpProcess"/>
    <dgm:cxn modelId="{9032763C-7E18-4308-8438-A6710E9B5CE4}" type="presParOf" srcId="{C36B8C07-1E16-402E-9CCC-16CE079682B0}" destId="{6667C5CF-EA73-4131-B28D-9387BEDCD21D}" srcOrd="6" destOrd="0" presId="urn:microsoft.com/office/officeart/2009/3/layout/StepUpProcess"/>
    <dgm:cxn modelId="{98AF5D6C-83D9-4553-A0FD-84A2F58DEE0E}" type="presParOf" srcId="{6667C5CF-EA73-4131-B28D-9387BEDCD21D}" destId="{75F1CFBF-12ED-496E-BCF4-56F487A227B1}" srcOrd="0" destOrd="0" presId="urn:microsoft.com/office/officeart/2009/3/layout/StepUpProcess"/>
    <dgm:cxn modelId="{1096D442-24E1-4E00-A4CB-2BEFFFBC5BEB}" type="presParOf" srcId="{6667C5CF-EA73-4131-B28D-9387BEDCD21D}" destId="{5BF58673-C9D9-47E5-86C7-2507FFD8A434}" srcOrd="1" destOrd="0" presId="urn:microsoft.com/office/officeart/2009/3/layout/StepUpProcess"/>
    <dgm:cxn modelId="{CE7C60CD-2129-4879-BE76-EB3F68DB7513}" type="presParOf" srcId="{6667C5CF-EA73-4131-B28D-9387BEDCD21D}" destId="{28711D7E-D9A9-4EFA-869E-CA21E1B8EB45}" srcOrd="2" destOrd="0" presId="urn:microsoft.com/office/officeart/2009/3/layout/StepUpProcess"/>
    <dgm:cxn modelId="{20B04375-9F1D-44B2-8F24-977575DD5C13}" type="presParOf" srcId="{C36B8C07-1E16-402E-9CCC-16CE079682B0}" destId="{56173356-995B-43F0-9042-5CE7982A77F8}" srcOrd="7" destOrd="0" presId="urn:microsoft.com/office/officeart/2009/3/layout/StepUpProcess"/>
    <dgm:cxn modelId="{8D6A5B3B-6D83-4A91-88F1-F59CF21BF3D4}" type="presParOf" srcId="{56173356-995B-43F0-9042-5CE7982A77F8}" destId="{C231D5A2-723A-40E1-BE26-FC138AA0384E}" srcOrd="0" destOrd="0" presId="urn:microsoft.com/office/officeart/2009/3/layout/StepUpProcess"/>
    <dgm:cxn modelId="{9FEF8D56-F16A-4C89-B7C0-A8A8C7596F8B}" type="presParOf" srcId="{C36B8C07-1E16-402E-9CCC-16CE079682B0}" destId="{1DCC32A1-56D3-4371-A0DD-216CB0DE9EAC}" srcOrd="8" destOrd="0" presId="urn:microsoft.com/office/officeart/2009/3/layout/StepUpProcess"/>
    <dgm:cxn modelId="{6121A789-17A2-49E8-BDF6-054528F34B19}" type="presParOf" srcId="{1DCC32A1-56D3-4371-A0DD-216CB0DE9EAC}" destId="{B526F6D7-81E7-4207-909E-6F5C213F487E}" srcOrd="0" destOrd="0" presId="urn:microsoft.com/office/officeart/2009/3/layout/StepUpProcess"/>
    <dgm:cxn modelId="{4DAE16D1-7842-41C1-9784-3E3E16F8CEC7}" type="presParOf" srcId="{1DCC32A1-56D3-4371-A0DD-216CB0DE9EAC}" destId="{FA9E9541-D86D-4BC1-88A8-D3D5AECB6511}" srcOrd="1" destOrd="0" presId="urn:microsoft.com/office/officeart/2009/3/layout/StepUpProcess"/>
    <dgm:cxn modelId="{89D00C44-B5FC-4B72-B886-44EBB943C2FE}" type="presParOf" srcId="{1DCC32A1-56D3-4371-A0DD-216CB0DE9EAC}" destId="{86BE59E8-395E-4928-A293-B609C4A37690}" srcOrd="2" destOrd="0" presId="urn:microsoft.com/office/officeart/2009/3/layout/StepUpProcess"/>
    <dgm:cxn modelId="{DA0C57FC-39FC-4B92-97C1-0BB6576AFB6F}" type="presParOf" srcId="{C36B8C07-1E16-402E-9CCC-16CE079682B0}" destId="{41D6D92D-7B2E-4AC0-A02A-972664D890C9}" srcOrd="9" destOrd="0" presId="urn:microsoft.com/office/officeart/2009/3/layout/StepUpProcess"/>
    <dgm:cxn modelId="{88B948D0-5CCA-4732-A09F-F264468415B4}" type="presParOf" srcId="{41D6D92D-7B2E-4AC0-A02A-972664D890C9}" destId="{C9CFFA8F-9E14-4F13-91D4-09F11FA8CE31}" srcOrd="0" destOrd="0" presId="urn:microsoft.com/office/officeart/2009/3/layout/StepUpProcess"/>
    <dgm:cxn modelId="{3A447753-98AD-4401-963C-E73A723303A3}" type="presParOf" srcId="{C36B8C07-1E16-402E-9CCC-16CE079682B0}" destId="{1F929AC7-B870-48B1-97EE-F8B266747519}" srcOrd="10" destOrd="0" presId="urn:microsoft.com/office/officeart/2009/3/layout/StepUpProcess"/>
    <dgm:cxn modelId="{5E9EA6A5-03C9-40F8-9324-BBCECADDDE33}" type="presParOf" srcId="{1F929AC7-B870-48B1-97EE-F8B266747519}" destId="{6F561A43-2730-4546-9CF2-5A8FFB939CD4}" srcOrd="0" destOrd="0" presId="urn:microsoft.com/office/officeart/2009/3/layout/StepUpProcess"/>
    <dgm:cxn modelId="{3259EB1E-4DF8-4DD2-8D95-AE2C8E2CBD2A}" type="presParOf" srcId="{1F929AC7-B870-48B1-97EE-F8B266747519}" destId="{D594175D-5941-4465-9C6C-09BC52B2A788}" srcOrd="1" destOrd="0" presId="urn:microsoft.com/office/officeart/2009/3/layout/StepUpProcess"/>
    <dgm:cxn modelId="{7F1C14D4-2566-4C38-AED5-538ED90CEAFC}" type="presParOf" srcId="{1F929AC7-B870-48B1-97EE-F8B266747519}" destId="{1D353B2E-CB02-4F91-9FA5-72CC5E3064AB}" srcOrd="2" destOrd="0" presId="urn:microsoft.com/office/officeart/2009/3/layout/StepUpProcess"/>
    <dgm:cxn modelId="{3C8D00C5-73F3-412F-A777-54BD1B518CC8}" type="presParOf" srcId="{C36B8C07-1E16-402E-9CCC-16CE079682B0}" destId="{A5E7C48A-4B90-4817-B6F4-FB0D39B0FBAB}" srcOrd="11" destOrd="0" presId="urn:microsoft.com/office/officeart/2009/3/layout/StepUpProcess"/>
    <dgm:cxn modelId="{10D22E0F-17D1-444C-9D02-E26011CA2B09}" type="presParOf" srcId="{A5E7C48A-4B90-4817-B6F4-FB0D39B0FBAB}" destId="{F0045CFE-82D7-4EE8-855B-BF9674744440}" srcOrd="0" destOrd="0" presId="urn:microsoft.com/office/officeart/2009/3/layout/StepUpProcess"/>
    <dgm:cxn modelId="{E5D52B7D-623F-4C0C-92FE-FE8FC3CBB426}" type="presParOf" srcId="{C36B8C07-1E16-402E-9CCC-16CE079682B0}" destId="{AA412B23-D484-4645-81BE-118A3B0C267B}" srcOrd="12" destOrd="0" presId="urn:microsoft.com/office/officeart/2009/3/layout/StepUpProcess"/>
    <dgm:cxn modelId="{7A2D74AA-B7B8-4C80-AFE0-0A34D17C5275}" type="presParOf" srcId="{AA412B23-D484-4645-81BE-118A3B0C267B}" destId="{C2619BB9-1B29-4B7F-A296-F42A61EE6677}" srcOrd="0" destOrd="0" presId="urn:microsoft.com/office/officeart/2009/3/layout/StepUpProcess"/>
    <dgm:cxn modelId="{EA239601-514F-4C5F-BB10-B6B816A92AFA}" type="presParOf" srcId="{AA412B23-D484-4645-81BE-118A3B0C267B}" destId="{32C0E97C-91C0-4424-BE06-6D8E33921374}" srcOrd="1" destOrd="0" presId="urn:microsoft.com/office/officeart/2009/3/layout/StepUp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AD1DA81-F246-4D51-9509-71E495A2F56F}" type="doc">
      <dgm:prSet loTypeId="urn:microsoft.com/office/officeart/2005/8/layout/arrow2" loCatId="process" qsTypeId="urn:microsoft.com/office/officeart/2005/8/quickstyle/simple1" qsCatId="simple" csTypeId="urn:microsoft.com/office/officeart/2005/8/colors/colorful5" csCatId="colorful" phldr="1"/>
      <dgm:spPr/>
      <dgm:t>
        <a:bodyPr/>
        <a:lstStyle/>
        <a:p>
          <a:endParaRPr lang="en-US"/>
        </a:p>
      </dgm:t>
    </dgm:pt>
    <dgm:pt modelId="{55D9E213-4C6A-4492-AEF9-07A1352A1CEE}">
      <dgm:prSet custT="1"/>
      <dgm:spPr/>
      <dgm:t>
        <a:bodyPr/>
        <a:lstStyle/>
        <a:p>
          <a:pPr algn="ctr"/>
          <a:r>
            <a:rPr lang="en-US" sz="2400">
              <a:latin typeface="Times New Roman (Headings)"/>
            </a:rPr>
            <a:t>Toán tử lựa chọn</a:t>
          </a:r>
          <a:endParaRPr lang="en-US" sz="2400" dirty="0">
            <a:latin typeface="Times New Roman (Headings)"/>
          </a:endParaRPr>
        </a:p>
      </dgm:t>
    </dgm:pt>
    <dgm:pt modelId="{F6415BE5-DF80-42AA-91F1-91954C0FD17A}" type="parTrans" cxnId="{EDECE349-8214-40F0-BACC-392666D318A0}">
      <dgm:prSet/>
      <dgm:spPr/>
      <dgm:t>
        <a:bodyPr/>
        <a:lstStyle/>
        <a:p>
          <a:endParaRPr lang="en-US"/>
        </a:p>
      </dgm:t>
    </dgm:pt>
    <dgm:pt modelId="{18E6160D-0B21-4D9D-B7D8-A10B01047202}" type="sibTrans" cxnId="{EDECE349-8214-40F0-BACC-392666D318A0}">
      <dgm:prSet phldrT="01" phldr="0"/>
      <dgm:spPr/>
      <dgm:t>
        <a:bodyPr/>
        <a:lstStyle/>
        <a:p>
          <a:endParaRPr lang="en-GB"/>
        </a:p>
      </dgm:t>
    </dgm:pt>
    <dgm:pt modelId="{12D2EE1D-EAF4-4D73-AFBA-157BD3CBC403}">
      <dgm:prSet custT="1"/>
      <dgm:spPr/>
      <dgm:t>
        <a:bodyPr/>
        <a:lstStyle/>
        <a:p>
          <a:pPr algn="ctr"/>
          <a:r>
            <a:rPr lang="nl-NL" sz="2400">
              <a:latin typeface="Times New Roman (Headings)"/>
            </a:rPr>
            <a:t>Toán tử đột biến</a:t>
          </a:r>
          <a:endParaRPr lang="en-US" sz="2400" dirty="0">
            <a:latin typeface="Times New Roman (Headings)"/>
          </a:endParaRPr>
        </a:p>
      </dgm:t>
    </dgm:pt>
    <dgm:pt modelId="{F7B008DD-FDFB-4F9A-9472-D92F715BE745}" type="parTrans" cxnId="{EF5EF5DD-46BB-4315-B4F4-C270CA0E7926}">
      <dgm:prSet/>
      <dgm:spPr/>
      <dgm:t>
        <a:bodyPr/>
        <a:lstStyle/>
        <a:p>
          <a:endParaRPr lang="en-US"/>
        </a:p>
      </dgm:t>
    </dgm:pt>
    <dgm:pt modelId="{02E471CD-EEA5-4A54-8219-BEA92BC6850C}" type="sibTrans" cxnId="{EF5EF5DD-46BB-4315-B4F4-C270CA0E7926}">
      <dgm:prSet phldrT="02" phldr="0"/>
      <dgm:spPr/>
      <dgm:t>
        <a:bodyPr/>
        <a:lstStyle/>
        <a:p>
          <a:endParaRPr lang="en-GB"/>
        </a:p>
      </dgm:t>
    </dgm:pt>
    <dgm:pt modelId="{C603565D-A6BA-4DBE-AABC-FDE8D586C384}">
      <dgm:prSet custT="1"/>
      <dgm:spPr/>
      <dgm:t>
        <a:bodyPr/>
        <a:lstStyle/>
        <a:p>
          <a:pPr algn="ctr"/>
          <a:r>
            <a:rPr lang="en-US" sz="2400">
              <a:latin typeface="Times New Roman (Headings)"/>
            </a:rPr>
            <a:t>Toán tử di chuyển</a:t>
          </a:r>
          <a:endParaRPr lang="en-US" sz="2400" dirty="0">
            <a:latin typeface="Times New Roman (Headings)"/>
          </a:endParaRPr>
        </a:p>
      </dgm:t>
    </dgm:pt>
    <dgm:pt modelId="{D8B01E2B-6B60-4E82-A312-EB05B49ED0E9}" type="parTrans" cxnId="{191025DC-C7B2-4AEF-BA6C-668C9AF12656}">
      <dgm:prSet/>
      <dgm:spPr/>
      <dgm:t>
        <a:bodyPr/>
        <a:lstStyle/>
        <a:p>
          <a:endParaRPr lang="en-US"/>
        </a:p>
      </dgm:t>
    </dgm:pt>
    <dgm:pt modelId="{3458DB39-1882-4629-9FEA-0D04C6965EEF}" type="sibTrans" cxnId="{191025DC-C7B2-4AEF-BA6C-668C9AF12656}">
      <dgm:prSet phldrT="03" phldr="0"/>
      <dgm:spPr/>
      <dgm:t>
        <a:bodyPr/>
        <a:lstStyle/>
        <a:p>
          <a:endParaRPr lang="en-GB"/>
        </a:p>
      </dgm:t>
    </dgm:pt>
    <dgm:pt modelId="{79196D32-F9EC-4400-88F7-FE3CB2CCF316}">
      <dgm:prSet custT="1"/>
      <dgm:spPr/>
      <dgm:t>
        <a:bodyPr/>
        <a:lstStyle/>
        <a:p>
          <a:pPr algn="ctr"/>
          <a:r>
            <a:rPr lang="nl-NL" sz="2400">
              <a:latin typeface="Times New Roman (Headings)"/>
            </a:rPr>
            <a:t>Toán tử lai ghép</a:t>
          </a:r>
          <a:endParaRPr lang="en-US" sz="2400" dirty="0">
            <a:latin typeface="Times New Roman (Headings)"/>
          </a:endParaRPr>
        </a:p>
      </dgm:t>
    </dgm:pt>
    <dgm:pt modelId="{4C52E5D9-342C-4E36-ADC2-763ED5D39323}" type="parTrans" cxnId="{881E6AAE-11C5-4CB5-AB5A-714E33EA9EBA}">
      <dgm:prSet/>
      <dgm:spPr/>
      <dgm:t>
        <a:bodyPr/>
        <a:lstStyle/>
        <a:p>
          <a:endParaRPr lang="en-US"/>
        </a:p>
      </dgm:t>
    </dgm:pt>
    <dgm:pt modelId="{2139E967-5CE6-419E-AFE3-3AC7C9F28C97}" type="sibTrans" cxnId="{881E6AAE-11C5-4CB5-AB5A-714E33EA9EBA}">
      <dgm:prSet/>
      <dgm:spPr/>
      <dgm:t>
        <a:bodyPr/>
        <a:lstStyle/>
        <a:p>
          <a:endParaRPr lang="en-US"/>
        </a:p>
      </dgm:t>
    </dgm:pt>
    <dgm:pt modelId="{7A9860C9-DBC5-4A25-97C7-BFA815B4F5B4}">
      <dgm:prSet custT="1"/>
      <dgm:spPr/>
      <dgm:t>
        <a:bodyPr/>
        <a:lstStyle/>
        <a:p>
          <a:pPr algn="ctr"/>
          <a:r>
            <a:rPr lang="en-US" sz="2400">
              <a:latin typeface="Times New Roman (Headings)"/>
            </a:rPr>
            <a:t>Toán tử thay thế</a:t>
          </a:r>
          <a:endParaRPr lang="en-US" sz="2400" dirty="0">
            <a:latin typeface="Times New Roman (Headings)"/>
          </a:endParaRPr>
        </a:p>
      </dgm:t>
    </dgm:pt>
    <dgm:pt modelId="{64BF0E24-BA34-4900-9C67-E808F0511E6E}" type="parTrans" cxnId="{357949E4-D77F-4023-9DA2-13A3FE733516}">
      <dgm:prSet/>
      <dgm:spPr/>
      <dgm:t>
        <a:bodyPr/>
        <a:lstStyle/>
        <a:p>
          <a:endParaRPr lang="en-US"/>
        </a:p>
      </dgm:t>
    </dgm:pt>
    <dgm:pt modelId="{FCC8F2C7-3DCF-494B-8E9E-0F7AD42B2C39}" type="sibTrans" cxnId="{357949E4-D77F-4023-9DA2-13A3FE733516}">
      <dgm:prSet/>
      <dgm:spPr/>
      <dgm:t>
        <a:bodyPr/>
        <a:lstStyle/>
        <a:p>
          <a:endParaRPr lang="en-US"/>
        </a:p>
      </dgm:t>
    </dgm:pt>
    <dgm:pt modelId="{113836FC-6E13-48C0-894D-D622EBD8321E}" type="pres">
      <dgm:prSet presAssocID="{7AD1DA81-F246-4D51-9509-71E495A2F56F}" presName="arrowDiagram" presStyleCnt="0">
        <dgm:presLayoutVars>
          <dgm:chMax val="5"/>
          <dgm:dir/>
          <dgm:resizeHandles val="exact"/>
        </dgm:presLayoutVars>
      </dgm:prSet>
      <dgm:spPr/>
    </dgm:pt>
    <dgm:pt modelId="{699FD122-5E11-4FF3-8728-710C3DB8717A}" type="pres">
      <dgm:prSet presAssocID="{7AD1DA81-F246-4D51-9509-71E495A2F56F}" presName="arrow" presStyleLbl="bgShp" presStyleIdx="0" presStyleCnt="1"/>
      <dgm:spPr/>
    </dgm:pt>
    <dgm:pt modelId="{D527200B-4299-4D16-96C2-AAF0E0A37BA9}" type="pres">
      <dgm:prSet presAssocID="{7AD1DA81-F246-4D51-9509-71E495A2F56F}" presName="arrowDiagram5" presStyleCnt="0"/>
      <dgm:spPr/>
    </dgm:pt>
    <dgm:pt modelId="{012E6D94-28FB-4606-B933-5E06322BBB48}" type="pres">
      <dgm:prSet presAssocID="{55D9E213-4C6A-4492-AEF9-07A1352A1CEE}" presName="bullet5a" presStyleLbl="node1" presStyleIdx="0" presStyleCnt="5"/>
      <dgm:spPr/>
    </dgm:pt>
    <dgm:pt modelId="{3A2DE0A8-DCB1-4169-97E0-26DF6D6E1074}" type="pres">
      <dgm:prSet presAssocID="{55D9E213-4C6A-4492-AEF9-07A1352A1CEE}" presName="textBox5a" presStyleLbl="revTx" presStyleIdx="0" presStyleCnt="5">
        <dgm:presLayoutVars>
          <dgm:bulletEnabled val="1"/>
        </dgm:presLayoutVars>
      </dgm:prSet>
      <dgm:spPr/>
    </dgm:pt>
    <dgm:pt modelId="{5A6B9992-3A1F-40B8-9D8E-9CA0B0A55B2F}" type="pres">
      <dgm:prSet presAssocID="{79196D32-F9EC-4400-88F7-FE3CB2CCF316}" presName="bullet5b" presStyleLbl="node1" presStyleIdx="1" presStyleCnt="5"/>
      <dgm:spPr/>
    </dgm:pt>
    <dgm:pt modelId="{0C9A1F99-2886-46BD-94BA-1B7857807298}" type="pres">
      <dgm:prSet presAssocID="{79196D32-F9EC-4400-88F7-FE3CB2CCF316}" presName="textBox5b" presStyleLbl="revTx" presStyleIdx="1" presStyleCnt="5">
        <dgm:presLayoutVars>
          <dgm:bulletEnabled val="1"/>
        </dgm:presLayoutVars>
      </dgm:prSet>
      <dgm:spPr/>
    </dgm:pt>
    <dgm:pt modelId="{FC5AE002-ADB6-49D3-97C6-ABB29942FFA4}" type="pres">
      <dgm:prSet presAssocID="{12D2EE1D-EAF4-4D73-AFBA-157BD3CBC403}" presName="bullet5c" presStyleLbl="node1" presStyleIdx="2" presStyleCnt="5"/>
      <dgm:spPr/>
    </dgm:pt>
    <dgm:pt modelId="{EE8E3759-3528-43A7-8FC7-E82D67943216}" type="pres">
      <dgm:prSet presAssocID="{12D2EE1D-EAF4-4D73-AFBA-157BD3CBC403}" presName="textBox5c" presStyleLbl="revTx" presStyleIdx="2" presStyleCnt="5">
        <dgm:presLayoutVars>
          <dgm:bulletEnabled val="1"/>
        </dgm:presLayoutVars>
      </dgm:prSet>
      <dgm:spPr/>
    </dgm:pt>
    <dgm:pt modelId="{70B0465A-6380-4CDE-AF52-DACE18FAB886}" type="pres">
      <dgm:prSet presAssocID="{C603565D-A6BA-4DBE-AABC-FDE8D586C384}" presName="bullet5d" presStyleLbl="node1" presStyleIdx="3" presStyleCnt="5"/>
      <dgm:spPr/>
    </dgm:pt>
    <dgm:pt modelId="{1B40B291-9D0A-43F2-8D13-C014CC52A3A8}" type="pres">
      <dgm:prSet presAssocID="{C603565D-A6BA-4DBE-AABC-FDE8D586C384}" presName="textBox5d" presStyleLbl="revTx" presStyleIdx="3" presStyleCnt="5">
        <dgm:presLayoutVars>
          <dgm:bulletEnabled val="1"/>
        </dgm:presLayoutVars>
      </dgm:prSet>
      <dgm:spPr/>
    </dgm:pt>
    <dgm:pt modelId="{E137DDAA-A788-4AE5-9AED-01E497901822}" type="pres">
      <dgm:prSet presAssocID="{7A9860C9-DBC5-4A25-97C7-BFA815B4F5B4}" presName="bullet5e" presStyleLbl="node1" presStyleIdx="4" presStyleCnt="5"/>
      <dgm:spPr/>
    </dgm:pt>
    <dgm:pt modelId="{5CF5B3D2-1585-4A84-BFCB-26F4B9651BBB}" type="pres">
      <dgm:prSet presAssocID="{7A9860C9-DBC5-4A25-97C7-BFA815B4F5B4}" presName="textBox5e" presStyleLbl="revTx" presStyleIdx="4" presStyleCnt="5">
        <dgm:presLayoutVars>
          <dgm:bulletEnabled val="1"/>
        </dgm:presLayoutVars>
      </dgm:prSet>
      <dgm:spPr/>
    </dgm:pt>
  </dgm:ptLst>
  <dgm:cxnLst>
    <dgm:cxn modelId="{477C461F-AEBC-475C-92B2-668E438E8062}" type="presOf" srcId="{7A9860C9-DBC5-4A25-97C7-BFA815B4F5B4}" destId="{5CF5B3D2-1585-4A84-BFCB-26F4B9651BBB}" srcOrd="0" destOrd="0" presId="urn:microsoft.com/office/officeart/2005/8/layout/arrow2"/>
    <dgm:cxn modelId="{162CCD40-A5C2-461B-9AE9-8A131C44DE9E}" type="presOf" srcId="{79196D32-F9EC-4400-88F7-FE3CB2CCF316}" destId="{0C9A1F99-2886-46BD-94BA-1B7857807298}" srcOrd="0" destOrd="0" presId="urn:microsoft.com/office/officeart/2005/8/layout/arrow2"/>
    <dgm:cxn modelId="{E52CE845-6848-438A-B3E5-A98551B9D939}" type="presOf" srcId="{7AD1DA81-F246-4D51-9509-71E495A2F56F}" destId="{113836FC-6E13-48C0-894D-D622EBD8321E}" srcOrd="0" destOrd="0" presId="urn:microsoft.com/office/officeart/2005/8/layout/arrow2"/>
    <dgm:cxn modelId="{EDECE349-8214-40F0-BACC-392666D318A0}" srcId="{7AD1DA81-F246-4D51-9509-71E495A2F56F}" destId="{55D9E213-4C6A-4492-AEF9-07A1352A1CEE}" srcOrd="0" destOrd="0" parTransId="{F6415BE5-DF80-42AA-91F1-91954C0FD17A}" sibTransId="{18E6160D-0B21-4D9D-B7D8-A10B01047202}"/>
    <dgm:cxn modelId="{F0D8BD50-49E2-49F5-8421-07E162F835AA}" type="presOf" srcId="{C603565D-A6BA-4DBE-AABC-FDE8D586C384}" destId="{1B40B291-9D0A-43F2-8D13-C014CC52A3A8}" srcOrd="0" destOrd="0" presId="urn:microsoft.com/office/officeart/2005/8/layout/arrow2"/>
    <dgm:cxn modelId="{035ADD56-7236-40B2-89E7-6B2DBB44EAC8}" type="presOf" srcId="{55D9E213-4C6A-4492-AEF9-07A1352A1CEE}" destId="{3A2DE0A8-DCB1-4169-97E0-26DF6D6E1074}" srcOrd="0" destOrd="0" presId="urn:microsoft.com/office/officeart/2005/8/layout/arrow2"/>
    <dgm:cxn modelId="{881E6AAE-11C5-4CB5-AB5A-714E33EA9EBA}" srcId="{7AD1DA81-F246-4D51-9509-71E495A2F56F}" destId="{79196D32-F9EC-4400-88F7-FE3CB2CCF316}" srcOrd="1" destOrd="0" parTransId="{4C52E5D9-342C-4E36-ADC2-763ED5D39323}" sibTransId="{2139E967-5CE6-419E-AFE3-3AC7C9F28C97}"/>
    <dgm:cxn modelId="{23C1ADB9-0B6D-47EE-B134-0DD7AB66F741}" type="presOf" srcId="{12D2EE1D-EAF4-4D73-AFBA-157BD3CBC403}" destId="{EE8E3759-3528-43A7-8FC7-E82D67943216}" srcOrd="0" destOrd="0" presId="urn:microsoft.com/office/officeart/2005/8/layout/arrow2"/>
    <dgm:cxn modelId="{191025DC-C7B2-4AEF-BA6C-668C9AF12656}" srcId="{7AD1DA81-F246-4D51-9509-71E495A2F56F}" destId="{C603565D-A6BA-4DBE-AABC-FDE8D586C384}" srcOrd="3" destOrd="0" parTransId="{D8B01E2B-6B60-4E82-A312-EB05B49ED0E9}" sibTransId="{3458DB39-1882-4629-9FEA-0D04C6965EEF}"/>
    <dgm:cxn modelId="{EF5EF5DD-46BB-4315-B4F4-C270CA0E7926}" srcId="{7AD1DA81-F246-4D51-9509-71E495A2F56F}" destId="{12D2EE1D-EAF4-4D73-AFBA-157BD3CBC403}" srcOrd="2" destOrd="0" parTransId="{F7B008DD-FDFB-4F9A-9472-D92F715BE745}" sibTransId="{02E471CD-EEA5-4A54-8219-BEA92BC6850C}"/>
    <dgm:cxn modelId="{357949E4-D77F-4023-9DA2-13A3FE733516}" srcId="{7AD1DA81-F246-4D51-9509-71E495A2F56F}" destId="{7A9860C9-DBC5-4A25-97C7-BFA815B4F5B4}" srcOrd="4" destOrd="0" parTransId="{64BF0E24-BA34-4900-9C67-E808F0511E6E}" sibTransId="{FCC8F2C7-3DCF-494B-8E9E-0F7AD42B2C39}"/>
    <dgm:cxn modelId="{7899A30A-F0AF-4DB0-A2CF-D26534C264BE}" type="presParOf" srcId="{113836FC-6E13-48C0-894D-D622EBD8321E}" destId="{699FD122-5E11-4FF3-8728-710C3DB8717A}" srcOrd="0" destOrd="0" presId="urn:microsoft.com/office/officeart/2005/8/layout/arrow2"/>
    <dgm:cxn modelId="{DB053320-F471-4B6A-8B66-C0186D16114A}" type="presParOf" srcId="{113836FC-6E13-48C0-894D-D622EBD8321E}" destId="{D527200B-4299-4D16-96C2-AAF0E0A37BA9}" srcOrd="1" destOrd="0" presId="urn:microsoft.com/office/officeart/2005/8/layout/arrow2"/>
    <dgm:cxn modelId="{48AD1415-E6C1-4DE2-8B2F-94B0DF653252}" type="presParOf" srcId="{D527200B-4299-4D16-96C2-AAF0E0A37BA9}" destId="{012E6D94-28FB-4606-B933-5E06322BBB48}" srcOrd="0" destOrd="0" presId="urn:microsoft.com/office/officeart/2005/8/layout/arrow2"/>
    <dgm:cxn modelId="{F96ADEAB-65B1-4454-9AA4-7AC4A0A814DD}" type="presParOf" srcId="{D527200B-4299-4D16-96C2-AAF0E0A37BA9}" destId="{3A2DE0A8-DCB1-4169-97E0-26DF6D6E1074}" srcOrd="1" destOrd="0" presId="urn:microsoft.com/office/officeart/2005/8/layout/arrow2"/>
    <dgm:cxn modelId="{1B98044C-402F-4D58-BC2C-A424F7D1341A}" type="presParOf" srcId="{D527200B-4299-4D16-96C2-AAF0E0A37BA9}" destId="{5A6B9992-3A1F-40B8-9D8E-9CA0B0A55B2F}" srcOrd="2" destOrd="0" presId="urn:microsoft.com/office/officeart/2005/8/layout/arrow2"/>
    <dgm:cxn modelId="{F694725F-B5A4-44A2-98F4-9C3078054954}" type="presParOf" srcId="{D527200B-4299-4D16-96C2-AAF0E0A37BA9}" destId="{0C9A1F99-2886-46BD-94BA-1B7857807298}" srcOrd="3" destOrd="0" presId="urn:microsoft.com/office/officeart/2005/8/layout/arrow2"/>
    <dgm:cxn modelId="{6B5FA8C5-6846-4081-A1C3-FAEE24301D97}" type="presParOf" srcId="{D527200B-4299-4D16-96C2-AAF0E0A37BA9}" destId="{FC5AE002-ADB6-49D3-97C6-ABB29942FFA4}" srcOrd="4" destOrd="0" presId="urn:microsoft.com/office/officeart/2005/8/layout/arrow2"/>
    <dgm:cxn modelId="{463FCC78-4146-4A95-B615-A19BBDC4FFE3}" type="presParOf" srcId="{D527200B-4299-4D16-96C2-AAF0E0A37BA9}" destId="{EE8E3759-3528-43A7-8FC7-E82D67943216}" srcOrd="5" destOrd="0" presId="urn:microsoft.com/office/officeart/2005/8/layout/arrow2"/>
    <dgm:cxn modelId="{0A8723D1-F9E1-4A0D-A424-10625B55DE23}" type="presParOf" srcId="{D527200B-4299-4D16-96C2-AAF0E0A37BA9}" destId="{70B0465A-6380-4CDE-AF52-DACE18FAB886}" srcOrd="6" destOrd="0" presId="urn:microsoft.com/office/officeart/2005/8/layout/arrow2"/>
    <dgm:cxn modelId="{118C2332-965B-435E-8F27-4CA9AA75A39C}" type="presParOf" srcId="{D527200B-4299-4D16-96C2-AAF0E0A37BA9}" destId="{1B40B291-9D0A-43F2-8D13-C014CC52A3A8}" srcOrd="7" destOrd="0" presId="urn:microsoft.com/office/officeart/2005/8/layout/arrow2"/>
    <dgm:cxn modelId="{6352C1B0-A12D-40A4-BA1C-773DB1615F18}" type="presParOf" srcId="{D527200B-4299-4D16-96C2-AAF0E0A37BA9}" destId="{E137DDAA-A788-4AE5-9AED-01E497901822}" srcOrd="8" destOrd="0" presId="urn:microsoft.com/office/officeart/2005/8/layout/arrow2"/>
    <dgm:cxn modelId="{904B750E-7CF2-46AF-B473-6DCF3FBF7E5C}" type="presParOf" srcId="{D527200B-4299-4D16-96C2-AAF0E0A37BA9}" destId="{5CF5B3D2-1585-4A84-BFCB-26F4B9651BBB}" srcOrd="9" destOrd="0" presId="urn:microsoft.com/office/officeart/2005/8/layout/arrow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2F48F45-5573-424E-BCD9-98C689E62A01}" type="doc">
      <dgm:prSet loTypeId="urn:microsoft.com/office/officeart/2005/8/layout/venn1" loCatId="relationship" qsTypeId="urn:microsoft.com/office/officeart/2005/8/quickstyle/simple1" qsCatId="simple" csTypeId="urn:microsoft.com/office/officeart/2005/8/colors/accent1_5" csCatId="accent1" phldr="1"/>
      <dgm:spPr/>
      <dgm:t>
        <a:bodyPr/>
        <a:lstStyle/>
        <a:p>
          <a:endParaRPr lang="en-GB"/>
        </a:p>
      </dgm:t>
    </dgm:pt>
    <dgm:pt modelId="{EAA197E2-8E42-447C-ABCC-8FA61E22C67D}">
      <dgm:prSet/>
      <dgm:spPr/>
      <dgm:t>
        <a:bodyPr/>
        <a:lstStyle/>
        <a:p>
          <a:r>
            <a:rPr lang="vi-VN"/>
            <a:t>Các kết quả thử nghiệm thu được từ việc lập trình cài đặt với file thời khóa biểu, nội dung file có các môn học, danh sách giáo viên, thời gian bận. </a:t>
          </a:r>
          <a:endParaRPr lang="en-GB"/>
        </a:p>
      </dgm:t>
    </dgm:pt>
    <dgm:pt modelId="{40ACA209-317C-4993-A558-82A19E52FFFC}" type="parTrans" cxnId="{2FC62FB8-14F2-4C2E-A055-C8CCD6E6C72E}">
      <dgm:prSet/>
      <dgm:spPr/>
      <dgm:t>
        <a:bodyPr/>
        <a:lstStyle/>
        <a:p>
          <a:endParaRPr lang="en-GB"/>
        </a:p>
      </dgm:t>
    </dgm:pt>
    <dgm:pt modelId="{ABEEBDB1-9AD2-44BF-8C82-AC4C3248CAC4}" type="sibTrans" cxnId="{2FC62FB8-14F2-4C2E-A055-C8CCD6E6C72E}">
      <dgm:prSet/>
      <dgm:spPr/>
      <dgm:t>
        <a:bodyPr/>
        <a:lstStyle/>
        <a:p>
          <a:endParaRPr lang="en-GB"/>
        </a:p>
      </dgm:t>
    </dgm:pt>
    <dgm:pt modelId="{D6005BE0-A28A-49AB-AF2E-1AC396A2A56D}">
      <dgm:prSet/>
      <dgm:spPr/>
      <dgm:t>
        <a:bodyPr/>
        <a:lstStyle/>
        <a:p>
          <a:r>
            <a:rPr lang="vi-VN"/>
            <a:t>Dựa vào thông tin đầu vào, người dùng có thể tạo trực tiếp thời khóa biểu ngay trên giao diện demo.</a:t>
          </a:r>
          <a:endParaRPr lang="en-GB"/>
        </a:p>
      </dgm:t>
    </dgm:pt>
    <dgm:pt modelId="{78ED3AC2-0067-4D72-A064-AC8086B7704D}" type="parTrans" cxnId="{513BAA5E-01ED-44FE-A0EE-562E99294427}">
      <dgm:prSet/>
      <dgm:spPr/>
      <dgm:t>
        <a:bodyPr/>
        <a:lstStyle/>
        <a:p>
          <a:endParaRPr lang="en-GB"/>
        </a:p>
      </dgm:t>
    </dgm:pt>
    <dgm:pt modelId="{AC9DE6F2-C071-4C22-AA97-724BD939F534}" type="sibTrans" cxnId="{513BAA5E-01ED-44FE-A0EE-562E99294427}">
      <dgm:prSet/>
      <dgm:spPr/>
      <dgm:t>
        <a:bodyPr/>
        <a:lstStyle/>
        <a:p>
          <a:endParaRPr lang="en-GB"/>
        </a:p>
      </dgm:t>
    </dgm:pt>
    <dgm:pt modelId="{051B42E9-EF00-4A6D-9165-450D032BA96E}" type="pres">
      <dgm:prSet presAssocID="{A2F48F45-5573-424E-BCD9-98C689E62A01}" presName="compositeShape" presStyleCnt="0">
        <dgm:presLayoutVars>
          <dgm:chMax val="7"/>
          <dgm:dir/>
          <dgm:resizeHandles val="exact"/>
        </dgm:presLayoutVars>
      </dgm:prSet>
      <dgm:spPr/>
    </dgm:pt>
    <dgm:pt modelId="{B5A6C70A-7C95-4491-BFDC-C921686BA3A7}" type="pres">
      <dgm:prSet presAssocID="{EAA197E2-8E42-447C-ABCC-8FA61E22C67D}" presName="circ1" presStyleLbl="vennNode1" presStyleIdx="0" presStyleCnt="2"/>
      <dgm:spPr/>
    </dgm:pt>
    <dgm:pt modelId="{ECCD4DCE-20D9-4524-835C-7D9AAE68CE83}" type="pres">
      <dgm:prSet presAssocID="{EAA197E2-8E42-447C-ABCC-8FA61E22C67D}" presName="circ1Tx" presStyleLbl="revTx" presStyleIdx="0" presStyleCnt="0">
        <dgm:presLayoutVars>
          <dgm:chMax val="0"/>
          <dgm:chPref val="0"/>
          <dgm:bulletEnabled val="1"/>
        </dgm:presLayoutVars>
      </dgm:prSet>
      <dgm:spPr/>
    </dgm:pt>
    <dgm:pt modelId="{2AA88815-E533-4CEC-92A6-998842480114}" type="pres">
      <dgm:prSet presAssocID="{D6005BE0-A28A-49AB-AF2E-1AC396A2A56D}" presName="circ2" presStyleLbl="vennNode1" presStyleIdx="1" presStyleCnt="2"/>
      <dgm:spPr/>
    </dgm:pt>
    <dgm:pt modelId="{04010A5E-C2A9-494B-A66A-996633FE139E}" type="pres">
      <dgm:prSet presAssocID="{D6005BE0-A28A-49AB-AF2E-1AC396A2A56D}" presName="circ2Tx" presStyleLbl="revTx" presStyleIdx="0" presStyleCnt="0">
        <dgm:presLayoutVars>
          <dgm:chMax val="0"/>
          <dgm:chPref val="0"/>
          <dgm:bulletEnabled val="1"/>
        </dgm:presLayoutVars>
      </dgm:prSet>
      <dgm:spPr/>
    </dgm:pt>
  </dgm:ptLst>
  <dgm:cxnLst>
    <dgm:cxn modelId="{E7F4470E-BACD-49D8-88A6-42D88E8762BC}" type="presOf" srcId="{EAA197E2-8E42-447C-ABCC-8FA61E22C67D}" destId="{ECCD4DCE-20D9-4524-835C-7D9AAE68CE83}" srcOrd="1" destOrd="0" presId="urn:microsoft.com/office/officeart/2005/8/layout/venn1"/>
    <dgm:cxn modelId="{513BAA5E-01ED-44FE-A0EE-562E99294427}" srcId="{A2F48F45-5573-424E-BCD9-98C689E62A01}" destId="{D6005BE0-A28A-49AB-AF2E-1AC396A2A56D}" srcOrd="1" destOrd="0" parTransId="{78ED3AC2-0067-4D72-A064-AC8086B7704D}" sibTransId="{AC9DE6F2-C071-4C22-AA97-724BD939F534}"/>
    <dgm:cxn modelId="{5FEE9349-C8E7-4780-9A65-9BE57908E591}" type="presOf" srcId="{EAA197E2-8E42-447C-ABCC-8FA61E22C67D}" destId="{B5A6C70A-7C95-4491-BFDC-C921686BA3A7}" srcOrd="0" destOrd="0" presId="urn:microsoft.com/office/officeart/2005/8/layout/venn1"/>
    <dgm:cxn modelId="{D2715E6A-AA49-4303-9178-531A821DAEE9}" type="presOf" srcId="{D6005BE0-A28A-49AB-AF2E-1AC396A2A56D}" destId="{2AA88815-E533-4CEC-92A6-998842480114}" srcOrd="0" destOrd="0" presId="urn:microsoft.com/office/officeart/2005/8/layout/venn1"/>
    <dgm:cxn modelId="{507CB05A-62AC-40BF-9B71-5DD2E94A06C2}" type="presOf" srcId="{D6005BE0-A28A-49AB-AF2E-1AC396A2A56D}" destId="{04010A5E-C2A9-494B-A66A-996633FE139E}" srcOrd="1" destOrd="0" presId="urn:microsoft.com/office/officeart/2005/8/layout/venn1"/>
    <dgm:cxn modelId="{2FC62FB8-14F2-4C2E-A055-C8CCD6E6C72E}" srcId="{A2F48F45-5573-424E-BCD9-98C689E62A01}" destId="{EAA197E2-8E42-447C-ABCC-8FA61E22C67D}" srcOrd="0" destOrd="0" parTransId="{40ACA209-317C-4993-A558-82A19E52FFFC}" sibTransId="{ABEEBDB1-9AD2-44BF-8C82-AC4C3248CAC4}"/>
    <dgm:cxn modelId="{4B5520EC-0118-4C38-9A42-2A300D1A18A5}" type="presOf" srcId="{A2F48F45-5573-424E-BCD9-98C689E62A01}" destId="{051B42E9-EF00-4A6D-9165-450D032BA96E}" srcOrd="0" destOrd="0" presId="urn:microsoft.com/office/officeart/2005/8/layout/venn1"/>
    <dgm:cxn modelId="{AAF548FA-5333-4D2B-9E3C-3225C1DC37AE}" type="presParOf" srcId="{051B42E9-EF00-4A6D-9165-450D032BA96E}" destId="{B5A6C70A-7C95-4491-BFDC-C921686BA3A7}" srcOrd="0" destOrd="0" presId="urn:microsoft.com/office/officeart/2005/8/layout/venn1"/>
    <dgm:cxn modelId="{78351011-4604-4BBA-B56A-E022E4A776B3}" type="presParOf" srcId="{051B42E9-EF00-4A6D-9165-450D032BA96E}" destId="{ECCD4DCE-20D9-4524-835C-7D9AAE68CE83}" srcOrd="1" destOrd="0" presId="urn:microsoft.com/office/officeart/2005/8/layout/venn1"/>
    <dgm:cxn modelId="{92A705DD-FBDA-44E4-AB60-5461C4EC1E80}" type="presParOf" srcId="{051B42E9-EF00-4A6D-9165-450D032BA96E}" destId="{2AA88815-E533-4CEC-92A6-998842480114}" srcOrd="2" destOrd="0" presId="urn:microsoft.com/office/officeart/2005/8/layout/venn1"/>
    <dgm:cxn modelId="{62130B1E-B5E8-4EDB-B8A9-85B8F0C14A0B}" type="presParOf" srcId="{051B42E9-EF00-4A6D-9165-450D032BA96E}" destId="{04010A5E-C2A9-494B-A66A-996633FE139E}" srcOrd="3"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CC1C1FF-A5DE-467C-BB1E-503697CE1F8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1FEB210-B108-42F8-8FA3-BB7322097A9F}">
      <dgm:prSet/>
      <dgm:spPr/>
      <dgm:t>
        <a:bodyPr/>
        <a:lstStyle/>
        <a:p>
          <a:r>
            <a:rPr lang="en-US" b="1" i="1">
              <a:latin typeface="Times New Roman" panose="02020603050405020304" pitchFamily="18" charset="0"/>
              <a:cs typeface="Times New Roman" panose="02020603050405020304" pitchFamily="18" charset="0"/>
            </a:rPr>
            <a:t>Đề án đã thực hiện được: </a:t>
          </a:r>
          <a:endParaRPr lang="en-US">
            <a:latin typeface="Times New Roman" panose="02020603050405020304" pitchFamily="18" charset="0"/>
            <a:cs typeface="Times New Roman" panose="02020603050405020304" pitchFamily="18" charset="0"/>
          </a:endParaRPr>
        </a:p>
      </dgm:t>
    </dgm:pt>
    <dgm:pt modelId="{A5306B44-E02C-4DEA-B1DA-4EF9758601D7}" type="parTrans" cxnId="{8A5F0CBA-3A3A-4AB2-9F0C-FFD5FA29198E}">
      <dgm:prSet/>
      <dgm:spPr/>
      <dgm:t>
        <a:bodyPr/>
        <a:lstStyle/>
        <a:p>
          <a:endParaRPr lang="en-US">
            <a:latin typeface="Times New Roman" panose="02020603050405020304" pitchFamily="18" charset="0"/>
            <a:cs typeface="Times New Roman" panose="02020603050405020304" pitchFamily="18" charset="0"/>
          </a:endParaRPr>
        </a:p>
      </dgm:t>
    </dgm:pt>
    <dgm:pt modelId="{79C1AAF6-3126-4082-AFC7-EE1DFEB23444}" type="sibTrans" cxnId="{8A5F0CBA-3A3A-4AB2-9F0C-FFD5FA29198E}">
      <dgm:prSet/>
      <dgm:spPr/>
      <dgm:t>
        <a:bodyPr/>
        <a:lstStyle/>
        <a:p>
          <a:endParaRPr lang="en-US">
            <a:latin typeface="Times New Roman" panose="02020603050405020304" pitchFamily="18" charset="0"/>
            <a:cs typeface="Times New Roman" panose="02020603050405020304" pitchFamily="18" charset="0"/>
          </a:endParaRPr>
        </a:p>
      </dgm:t>
    </dgm:pt>
    <dgm:pt modelId="{1E0C5123-2C7B-4CAB-90B2-99EAD7BE8D55}">
      <dgm:prSet/>
      <dgm:spPr/>
      <dgm:t>
        <a:bodyPr/>
        <a:lstStyle/>
        <a:p>
          <a:r>
            <a:rPr lang="vi-VN">
              <a:latin typeface="Times New Roman" panose="02020603050405020304" pitchFamily="18" charset="0"/>
              <a:cs typeface="Times New Roman" panose="02020603050405020304" pitchFamily="18" charset="0"/>
            </a:rPr>
            <a:t>Đề tài đã chỉ ra tính cấp thiết của việc ứng dụng giải thuật di truyền vào sắp xếp thời khóa biểu, nhằm tối ưu hóa quy trình phân bổ thời gian và tài nguyên. </a:t>
          </a:r>
          <a:endParaRPr lang="en-US">
            <a:latin typeface="Times New Roman" panose="02020603050405020304" pitchFamily="18" charset="0"/>
            <a:cs typeface="Times New Roman" panose="02020603050405020304" pitchFamily="18" charset="0"/>
          </a:endParaRPr>
        </a:p>
      </dgm:t>
    </dgm:pt>
    <dgm:pt modelId="{E997EA46-5EE6-49BD-96AC-BE9EE26945A5}" type="parTrans" cxnId="{B4DC5FD0-6F63-4734-9DD2-2A57F52C0E39}">
      <dgm:prSet/>
      <dgm:spPr/>
      <dgm:t>
        <a:bodyPr/>
        <a:lstStyle/>
        <a:p>
          <a:endParaRPr lang="en-US">
            <a:latin typeface="Times New Roman" panose="02020603050405020304" pitchFamily="18" charset="0"/>
            <a:cs typeface="Times New Roman" panose="02020603050405020304" pitchFamily="18" charset="0"/>
          </a:endParaRPr>
        </a:p>
      </dgm:t>
    </dgm:pt>
    <dgm:pt modelId="{84965D6B-6E99-4FD5-91EE-9A81DC2725A9}" type="sibTrans" cxnId="{B4DC5FD0-6F63-4734-9DD2-2A57F52C0E39}">
      <dgm:prSet/>
      <dgm:spPr/>
      <dgm:t>
        <a:bodyPr/>
        <a:lstStyle/>
        <a:p>
          <a:endParaRPr lang="en-US">
            <a:latin typeface="Times New Roman" panose="02020603050405020304" pitchFamily="18" charset="0"/>
            <a:cs typeface="Times New Roman" panose="02020603050405020304" pitchFamily="18" charset="0"/>
          </a:endParaRPr>
        </a:p>
      </dgm:t>
    </dgm:pt>
    <dgm:pt modelId="{43A6F506-E0FC-4E2E-818B-292DEBABB19A}">
      <dgm:prSet/>
      <dgm:spPr/>
      <dgm:t>
        <a:bodyPr/>
        <a:lstStyle/>
        <a:p>
          <a:r>
            <a:rPr lang="en-US">
              <a:latin typeface="Times New Roman" panose="02020603050405020304" pitchFamily="18" charset="0"/>
              <a:cs typeface="Times New Roman" panose="02020603050405020304" pitchFamily="18" charset="0"/>
            </a:rPr>
            <a:t>G</a:t>
          </a:r>
          <a:r>
            <a:rPr lang="vi-VN">
              <a:latin typeface="Times New Roman" panose="02020603050405020304" pitchFamily="18" charset="0"/>
              <a:cs typeface="Times New Roman" panose="02020603050405020304" pitchFamily="18" charset="0"/>
            </a:rPr>
            <a:t>iải thuật di truyền giúp tìm ra các phương án tối ưu, giảm thiểu thời gian và công sức trong việc sắp xếp lịch học.</a:t>
          </a:r>
          <a:endParaRPr lang="en-US">
            <a:latin typeface="Times New Roman" panose="02020603050405020304" pitchFamily="18" charset="0"/>
            <a:cs typeface="Times New Roman" panose="02020603050405020304" pitchFamily="18" charset="0"/>
          </a:endParaRPr>
        </a:p>
      </dgm:t>
    </dgm:pt>
    <dgm:pt modelId="{627894E4-0DE5-4242-8EDD-55F4C4938D43}" type="parTrans" cxnId="{FFFC7740-3A9F-46F8-8FA1-97C446B03CBB}">
      <dgm:prSet/>
      <dgm:spPr/>
      <dgm:t>
        <a:bodyPr/>
        <a:lstStyle/>
        <a:p>
          <a:endParaRPr lang="en-US">
            <a:latin typeface="Times New Roman" panose="02020603050405020304" pitchFamily="18" charset="0"/>
            <a:cs typeface="Times New Roman" panose="02020603050405020304" pitchFamily="18" charset="0"/>
          </a:endParaRPr>
        </a:p>
      </dgm:t>
    </dgm:pt>
    <dgm:pt modelId="{0BD4802F-F7EA-4C65-84F3-7CD29245A3DB}" type="sibTrans" cxnId="{FFFC7740-3A9F-46F8-8FA1-97C446B03CBB}">
      <dgm:prSet/>
      <dgm:spPr/>
      <dgm:t>
        <a:bodyPr/>
        <a:lstStyle/>
        <a:p>
          <a:endParaRPr lang="en-US">
            <a:latin typeface="Times New Roman" panose="02020603050405020304" pitchFamily="18" charset="0"/>
            <a:cs typeface="Times New Roman" panose="02020603050405020304" pitchFamily="18" charset="0"/>
          </a:endParaRPr>
        </a:p>
      </dgm:t>
    </dgm:pt>
    <dgm:pt modelId="{BA92BDEB-1A4E-4F4F-BC1F-942662B9D411}">
      <dgm:prSet/>
      <dgm:spPr/>
      <dgm:t>
        <a:bodyPr/>
        <a:lstStyle/>
        <a:p>
          <a:r>
            <a:rPr lang="en-US">
              <a:latin typeface="Times New Roman" panose="02020603050405020304" pitchFamily="18" charset="0"/>
              <a:cs typeface="Times New Roman" panose="02020603050405020304" pitchFamily="18" charset="0"/>
            </a:rPr>
            <a:t>Chương trình và kết quả thực nghiệm cho thấy hướng sử dụng thuật toán di truyền để giải quyết bài toán sắp xếp thời khóa biểu là hiệu quả. </a:t>
          </a:r>
        </a:p>
      </dgm:t>
    </dgm:pt>
    <dgm:pt modelId="{A007C5F0-F123-4AA6-BCE3-94DA995728B6}" type="parTrans" cxnId="{E1E04B41-EB4A-4F28-9265-4107658F4E49}">
      <dgm:prSet/>
      <dgm:spPr/>
      <dgm:t>
        <a:bodyPr/>
        <a:lstStyle/>
        <a:p>
          <a:endParaRPr lang="en-US">
            <a:latin typeface="Times New Roman" panose="02020603050405020304" pitchFamily="18" charset="0"/>
            <a:cs typeface="Times New Roman" panose="02020603050405020304" pitchFamily="18" charset="0"/>
          </a:endParaRPr>
        </a:p>
      </dgm:t>
    </dgm:pt>
    <dgm:pt modelId="{CADBD31A-39FA-4A16-8350-A7AD1C40752A}" type="sibTrans" cxnId="{E1E04B41-EB4A-4F28-9265-4107658F4E49}">
      <dgm:prSet/>
      <dgm:spPr/>
      <dgm:t>
        <a:bodyPr/>
        <a:lstStyle/>
        <a:p>
          <a:endParaRPr lang="en-US">
            <a:latin typeface="Times New Roman" panose="02020603050405020304" pitchFamily="18" charset="0"/>
            <a:cs typeface="Times New Roman" panose="02020603050405020304" pitchFamily="18" charset="0"/>
          </a:endParaRPr>
        </a:p>
      </dgm:t>
    </dgm:pt>
    <dgm:pt modelId="{9B6AD6FC-D792-4C93-9536-F71C05389D52}">
      <dgm:prSet/>
      <dgm:spPr/>
      <dgm:t>
        <a:bodyPr/>
        <a:lstStyle/>
        <a:p>
          <a:r>
            <a:rPr lang="en-US" b="1" i="1">
              <a:latin typeface="Times New Roman" panose="02020603050405020304" pitchFamily="18" charset="0"/>
              <a:cs typeface="Times New Roman" panose="02020603050405020304" pitchFamily="18" charset="0"/>
            </a:rPr>
            <a:t>Hạn chế của đề tài: </a:t>
          </a:r>
          <a:endParaRPr lang="en-US">
            <a:latin typeface="Times New Roman" panose="02020603050405020304" pitchFamily="18" charset="0"/>
            <a:cs typeface="Times New Roman" panose="02020603050405020304" pitchFamily="18" charset="0"/>
          </a:endParaRPr>
        </a:p>
      </dgm:t>
    </dgm:pt>
    <dgm:pt modelId="{9F29B882-4AF4-46AD-A7E8-656FE21F1E5A}" type="parTrans" cxnId="{A3D85E53-35C5-4919-9185-D217EC4ECA6C}">
      <dgm:prSet/>
      <dgm:spPr/>
      <dgm:t>
        <a:bodyPr/>
        <a:lstStyle/>
        <a:p>
          <a:endParaRPr lang="en-US">
            <a:latin typeface="Times New Roman" panose="02020603050405020304" pitchFamily="18" charset="0"/>
            <a:cs typeface="Times New Roman" panose="02020603050405020304" pitchFamily="18" charset="0"/>
          </a:endParaRPr>
        </a:p>
      </dgm:t>
    </dgm:pt>
    <dgm:pt modelId="{CD8474E7-7453-469D-9B9A-AEA8C3A0F0B9}" type="sibTrans" cxnId="{A3D85E53-35C5-4919-9185-D217EC4ECA6C}">
      <dgm:prSet/>
      <dgm:spPr/>
      <dgm:t>
        <a:bodyPr/>
        <a:lstStyle/>
        <a:p>
          <a:endParaRPr lang="en-US">
            <a:latin typeface="Times New Roman" panose="02020603050405020304" pitchFamily="18" charset="0"/>
            <a:cs typeface="Times New Roman" panose="02020603050405020304" pitchFamily="18" charset="0"/>
          </a:endParaRPr>
        </a:p>
      </dgm:t>
    </dgm:pt>
    <dgm:pt modelId="{E08D4756-C7F1-4EAC-B327-7C68CABA5AAE}">
      <dgm:prSet/>
      <dgm:spPr/>
      <dgm:t>
        <a:bodyPr/>
        <a:lstStyle/>
        <a:p>
          <a:r>
            <a:rPr lang="en-US">
              <a:latin typeface="Times New Roman" panose="02020603050405020304" pitchFamily="18" charset="0"/>
              <a:cs typeface="Times New Roman" panose="02020603050405020304" pitchFamily="18" charset="0"/>
            </a:rPr>
            <a:t>Kết quả thực nghiệm của chương trình chỉ áp dụng trên tập dữ liệu tương đối, chưa thử nghiệm được với bộ dữ liệu lớn</a:t>
          </a:r>
        </a:p>
      </dgm:t>
    </dgm:pt>
    <dgm:pt modelId="{8C198CC9-2961-4F1B-BCA7-DFF395ED7F7C}" type="parTrans" cxnId="{76A71B0D-10DD-4567-BC2C-74A66109D413}">
      <dgm:prSet/>
      <dgm:spPr/>
      <dgm:t>
        <a:bodyPr/>
        <a:lstStyle/>
        <a:p>
          <a:endParaRPr lang="en-US">
            <a:latin typeface="Times New Roman" panose="02020603050405020304" pitchFamily="18" charset="0"/>
            <a:cs typeface="Times New Roman" panose="02020603050405020304" pitchFamily="18" charset="0"/>
          </a:endParaRPr>
        </a:p>
      </dgm:t>
    </dgm:pt>
    <dgm:pt modelId="{F9630AFE-406D-44D5-B3D8-A7E637E4FC17}" type="sibTrans" cxnId="{76A71B0D-10DD-4567-BC2C-74A66109D413}">
      <dgm:prSet/>
      <dgm:spPr/>
      <dgm:t>
        <a:bodyPr/>
        <a:lstStyle/>
        <a:p>
          <a:endParaRPr lang="en-US">
            <a:latin typeface="Times New Roman" panose="02020603050405020304" pitchFamily="18" charset="0"/>
            <a:cs typeface="Times New Roman" panose="02020603050405020304" pitchFamily="18" charset="0"/>
          </a:endParaRPr>
        </a:p>
      </dgm:t>
    </dgm:pt>
    <dgm:pt modelId="{0F7988B6-2A02-4BF3-BDB3-6A4A08DD4292}" type="pres">
      <dgm:prSet presAssocID="{ACC1C1FF-A5DE-467C-BB1E-503697CE1F8C}" presName="linear" presStyleCnt="0">
        <dgm:presLayoutVars>
          <dgm:animLvl val="lvl"/>
          <dgm:resizeHandles val="exact"/>
        </dgm:presLayoutVars>
      </dgm:prSet>
      <dgm:spPr/>
    </dgm:pt>
    <dgm:pt modelId="{B4F835CA-AF98-4ADB-81C3-75EDE353C992}" type="pres">
      <dgm:prSet presAssocID="{21FEB210-B108-42F8-8FA3-BB7322097A9F}" presName="parentText" presStyleLbl="node1" presStyleIdx="0" presStyleCnt="2">
        <dgm:presLayoutVars>
          <dgm:chMax val="0"/>
          <dgm:bulletEnabled val="1"/>
        </dgm:presLayoutVars>
      </dgm:prSet>
      <dgm:spPr/>
    </dgm:pt>
    <dgm:pt modelId="{C7B6D529-E8F9-4633-990F-AAE975BCE037}" type="pres">
      <dgm:prSet presAssocID="{21FEB210-B108-42F8-8FA3-BB7322097A9F}" presName="childText" presStyleLbl="revTx" presStyleIdx="0" presStyleCnt="2">
        <dgm:presLayoutVars>
          <dgm:bulletEnabled val="1"/>
        </dgm:presLayoutVars>
      </dgm:prSet>
      <dgm:spPr/>
    </dgm:pt>
    <dgm:pt modelId="{26BB12A7-98C5-4BA4-87A2-408CEBDDAACA}" type="pres">
      <dgm:prSet presAssocID="{9B6AD6FC-D792-4C93-9536-F71C05389D52}" presName="parentText" presStyleLbl="node1" presStyleIdx="1" presStyleCnt="2">
        <dgm:presLayoutVars>
          <dgm:chMax val="0"/>
          <dgm:bulletEnabled val="1"/>
        </dgm:presLayoutVars>
      </dgm:prSet>
      <dgm:spPr/>
    </dgm:pt>
    <dgm:pt modelId="{1A93F465-90C7-42B5-9519-32872F3FD323}" type="pres">
      <dgm:prSet presAssocID="{9B6AD6FC-D792-4C93-9536-F71C05389D52}" presName="childText" presStyleLbl="revTx" presStyleIdx="1" presStyleCnt="2">
        <dgm:presLayoutVars>
          <dgm:bulletEnabled val="1"/>
        </dgm:presLayoutVars>
      </dgm:prSet>
      <dgm:spPr/>
    </dgm:pt>
  </dgm:ptLst>
  <dgm:cxnLst>
    <dgm:cxn modelId="{76A71B0D-10DD-4567-BC2C-74A66109D413}" srcId="{9B6AD6FC-D792-4C93-9536-F71C05389D52}" destId="{E08D4756-C7F1-4EAC-B327-7C68CABA5AAE}" srcOrd="0" destOrd="0" parTransId="{8C198CC9-2961-4F1B-BCA7-DFF395ED7F7C}" sibTransId="{F9630AFE-406D-44D5-B3D8-A7E637E4FC17}"/>
    <dgm:cxn modelId="{9965C236-FBAF-4F38-AF84-1C247F00E933}" type="presOf" srcId="{ACC1C1FF-A5DE-467C-BB1E-503697CE1F8C}" destId="{0F7988B6-2A02-4BF3-BDB3-6A4A08DD4292}" srcOrd="0" destOrd="0" presId="urn:microsoft.com/office/officeart/2005/8/layout/vList2"/>
    <dgm:cxn modelId="{FFFC7740-3A9F-46F8-8FA1-97C446B03CBB}" srcId="{21FEB210-B108-42F8-8FA3-BB7322097A9F}" destId="{43A6F506-E0FC-4E2E-818B-292DEBABB19A}" srcOrd="1" destOrd="0" parTransId="{627894E4-0DE5-4242-8EDD-55F4C4938D43}" sibTransId="{0BD4802F-F7EA-4C65-84F3-7CD29245A3DB}"/>
    <dgm:cxn modelId="{E1E04B41-EB4A-4F28-9265-4107658F4E49}" srcId="{21FEB210-B108-42F8-8FA3-BB7322097A9F}" destId="{BA92BDEB-1A4E-4F4F-BC1F-942662B9D411}" srcOrd="2" destOrd="0" parTransId="{A007C5F0-F123-4AA6-BCE3-94DA995728B6}" sibTransId="{CADBD31A-39FA-4A16-8350-A7AD1C40752A}"/>
    <dgm:cxn modelId="{A3D85E53-35C5-4919-9185-D217EC4ECA6C}" srcId="{ACC1C1FF-A5DE-467C-BB1E-503697CE1F8C}" destId="{9B6AD6FC-D792-4C93-9536-F71C05389D52}" srcOrd="1" destOrd="0" parTransId="{9F29B882-4AF4-46AD-A7E8-656FE21F1E5A}" sibTransId="{CD8474E7-7453-469D-9B9A-AEA8C3A0F0B9}"/>
    <dgm:cxn modelId="{A211F6A4-31DD-405B-AD42-67BE3741B74D}" type="presOf" srcId="{9B6AD6FC-D792-4C93-9536-F71C05389D52}" destId="{26BB12A7-98C5-4BA4-87A2-408CEBDDAACA}" srcOrd="0" destOrd="0" presId="urn:microsoft.com/office/officeart/2005/8/layout/vList2"/>
    <dgm:cxn modelId="{CEE4E1B5-1455-4788-AF44-BD15172C08DF}" type="presOf" srcId="{21FEB210-B108-42F8-8FA3-BB7322097A9F}" destId="{B4F835CA-AF98-4ADB-81C3-75EDE353C992}" srcOrd="0" destOrd="0" presId="urn:microsoft.com/office/officeart/2005/8/layout/vList2"/>
    <dgm:cxn modelId="{8A5F0CBA-3A3A-4AB2-9F0C-FFD5FA29198E}" srcId="{ACC1C1FF-A5DE-467C-BB1E-503697CE1F8C}" destId="{21FEB210-B108-42F8-8FA3-BB7322097A9F}" srcOrd="0" destOrd="0" parTransId="{A5306B44-E02C-4DEA-B1DA-4EF9758601D7}" sibTransId="{79C1AAF6-3126-4082-AFC7-EE1DFEB23444}"/>
    <dgm:cxn modelId="{CD3E24C4-84B5-4905-B9EE-3959CAD8E306}" type="presOf" srcId="{E08D4756-C7F1-4EAC-B327-7C68CABA5AAE}" destId="{1A93F465-90C7-42B5-9519-32872F3FD323}" srcOrd="0" destOrd="0" presId="urn:microsoft.com/office/officeart/2005/8/layout/vList2"/>
    <dgm:cxn modelId="{00C459CB-C124-41FF-A9A6-2FBB6077D8E5}" type="presOf" srcId="{BA92BDEB-1A4E-4F4F-BC1F-942662B9D411}" destId="{C7B6D529-E8F9-4633-990F-AAE975BCE037}" srcOrd="0" destOrd="2" presId="urn:microsoft.com/office/officeart/2005/8/layout/vList2"/>
    <dgm:cxn modelId="{237865CD-62C5-4A31-BA24-E7E6F001E632}" type="presOf" srcId="{43A6F506-E0FC-4E2E-818B-292DEBABB19A}" destId="{C7B6D529-E8F9-4633-990F-AAE975BCE037}" srcOrd="0" destOrd="1" presId="urn:microsoft.com/office/officeart/2005/8/layout/vList2"/>
    <dgm:cxn modelId="{B4DC5FD0-6F63-4734-9DD2-2A57F52C0E39}" srcId="{21FEB210-B108-42F8-8FA3-BB7322097A9F}" destId="{1E0C5123-2C7B-4CAB-90B2-99EAD7BE8D55}" srcOrd="0" destOrd="0" parTransId="{E997EA46-5EE6-49BD-96AC-BE9EE26945A5}" sibTransId="{84965D6B-6E99-4FD5-91EE-9A81DC2725A9}"/>
    <dgm:cxn modelId="{73C2B0F3-E0DB-4796-93E1-12DA06D1AC54}" type="presOf" srcId="{1E0C5123-2C7B-4CAB-90B2-99EAD7BE8D55}" destId="{C7B6D529-E8F9-4633-990F-AAE975BCE037}" srcOrd="0" destOrd="0" presId="urn:microsoft.com/office/officeart/2005/8/layout/vList2"/>
    <dgm:cxn modelId="{E203A7C9-8132-4787-A894-0BDDF42E3A82}" type="presParOf" srcId="{0F7988B6-2A02-4BF3-BDB3-6A4A08DD4292}" destId="{B4F835CA-AF98-4ADB-81C3-75EDE353C992}" srcOrd="0" destOrd="0" presId="urn:microsoft.com/office/officeart/2005/8/layout/vList2"/>
    <dgm:cxn modelId="{DD3B56F1-8F79-4E85-B5AD-813F1B1D5683}" type="presParOf" srcId="{0F7988B6-2A02-4BF3-BDB3-6A4A08DD4292}" destId="{C7B6D529-E8F9-4633-990F-AAE975BCE037}" srcOrd="1" destOrd="0" presId="urn:microsoft.com/office/officeart/2005/8/layout/vList2"/>
    <dgm:cxn modelId="{76B3BF88-D172-424A-AF33-4742374F11F1}" type="presParOf" srcId="{0F7988B6-2A02-4BF3-BDB3-6A4A08DD4292}" destId="{26BB12A7-98C5-4BA4-87A2-408CEBDDAACA}" srcOrd="2" destOrd="0" presId="urn:microsoft.com/office/officeart/2005/8/layout/vList2"/>
    <dgm:cxn modelId="{FB00E17D-76B1-443E-ADEF-AC698BE0C03F}" type="presParOf" srcId="{0F7988B6-2A02-4BF3-BDB3-6A4A08DD4292}" destId="{1A93F465-90C7-42B5-9519-32872F3FD323}"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BAE14F3-3B0F-436E-832F-ACA5017F9CA1}" type="doc">
      <dgm:prSet loTypeId="urn:microsoft.com/office/officeart/2005/8/layout/process1" loCatId="process" qsTypeId="urn:microsoft.com/office/officeart/2005/8/quickstyle/simple1" qsCatId="simple" csTypeId="urn:microsoft.com/office/officeart/2005/8/colors/accent1_2" csCatId="accent1"/>
      <dgm:spPr/>
      <dgm:t>
        <a:bodyPr/>
        <a:lstStyle/>
        <a:p>
          <a:endParaRPr lang="en-US"/>
        </a:p>
      </dgm:t>
    </dgm:pt>
    <dgm:pt modelId="{B004E431-8676-4135-B716-AFB03C3759EF}">
      <dgm:prSet/>
      <dgm:spPr/>
      <dgm:t>
        <a:bodyPr/>
        <a:lstStyle/>
        <a:p>
          <a:r>
            <a:rPr lang="en-US"/>
            <a:t>Mở rộng phần mềm để thử nghiệm được với khối lượng dữ liệu lớn hơn.</a:t>
          </a:r>
        </a:p>
      </dgm:t>
    </dgm:pt>
    <dgm:pt modelId="{95ED2895-97E2-4E74-B5A7-7F6FB48E03BD}" type="parTrans" cxnId="{BB2729E0-DCDE-4FA1-9DA7-0038A6B20D7C}">
      <dgm:prSet/>
      <dgm:spPr/>
      <dgm:t>
        <a:bodyPr/>
        <a:lstStyle/>
        <a:p>
          <a:endParaRPr lang="en-US"/>
        </a:p>
      </dgm:t>
    </dgm:pt>
    <dgm:pt modelId="{2F4D2F86-9E31-4675-8BD3-D50FEB5A20D0}" type="sibTrans" cxnId="{BB2729E0-DCDE-4FA1-9DA7-0038A6B20D7C}">
      <dgm:prSet/>
      <dgm:spPr/>
      <dgm:t>
        <a:bodyPr/>
        <a:lstStyle/>
        <a:p>
          <a:endParaRPr lang="en-US"/>
        </a:p>
      </dgm:t>
    </dgm:pt>
    <dgm:pt modelId="{0E4697FE-C6D0-4C7A-A364-D798AD4AA84E}">
      <dgm:prSet/>
      <dgm:spPr/>
      <dgm:t>
        <a:bodyPr/>
        <a:lstStyle/>
        <a:p>
          <a:r>
            <a:rPr lang="en-US"/>
            <a:t>Thực nghiệm sắp xếp lịch học trong các môi trường và điều kiện khác nhau. </a:t>
          </a:r>
        </a:p>
      </dgm:t>
    </dgm:pt>
    <dgm:pt modelId="{402D1810-B3F8-455C-824E-AEC33A41593E}" type="parTrans" cxnId="{8DE7770F-3F90-4B68-B919-AE4842F804C3}">
      <dgm:prSet/>
      <dgm:spPr/>
      <dgm:t>
        <a:bodyPr/>
        <a:lstStyle/>
        <a:p>
          <a:endParaRPr lang="en-US"/>
        </a:p>
      </dgm:t>
    </dgm:pt>
    <dgm:pt modelId="{56D7853C-9FBF-462F-B40F-ACD405B864DB}" type="sibTrans" cxnId="{8DE7770F-3F90-4B68-B919-AE4842F804C3}">
      <dgm:prSet/>
      <dgm:spPr/>
      <dgm:t>
        <a:bodyPr/>
        <a:lstStyle/>
        <a:p>
          <a:endParaRPr lang="en-US"/>
        </a:p>
      </dgm:t>
    </dgm:pt>
    <dgm:pt modelId="{51CE49AB-E65B-4C4D-904D-626F067E01C5}" type="pres">
      <dgm:prSet presAssocID="{ABAE14F3-3B0F-436E-832F-ACA5017F9CA1}" presName="Name0" presStyleCnt="0">
        <dgm:presLayoutVars>
          <dgm:dir/>
          <dgm:resizeHandles val="exact"/>
        </dgm:presLayoutVars>
      </dgm:prSet>
      <dgm:spPr/>
    </dgm:pt>
    <dgm:pt modelId="{D86E7F6C-793A-46AA-8083-538CDF743DBD}" type="pres">
      <dgm:prSet presAssocID="{B004E431-8676-4135-B716-AFB03C3759EF}" presName="node" presStyleLbl="node1" presStyleIdx="0" presStyleCnt="2">
        <dgm:presLayoutVars>
          <dgm:bulletEnabled val="1"/>
        </dgm:presLayoutVars>
      </dgm:prSet>
      <dgm:spPr/>
    </dgm:pt>
    <dgm:pt modelId="{26A67E15-2BDB-43C2-BB9D-DBFA13960483}" type="pres">
      <dgm:prSet presAssocID="{2F4D2F86-9E31-4675-8BD3-D50FEB5A20D0}" presName="sibTrans" presStyleLbl="sibTrans2D1" presStyleIdx="0" presStyleCnt="1"/>
      <dgm:spPr/>
    </dgm:pt>
    <dgm:pt modelId="{47E49A16-7A01-4647-8E4F-CC54854C904B}" type="pres">
      <dgm:prSet presAssocID="{2F4D2F86-9E31-4675-8BD3-D50FEB5A20D0}" presName="connectorText" presStyleLbl="sibTrans2D1" presStyleIdx="0" presStyleCnt="1"/>
      <dgm:spPr/>
    </dgm:pt>
    <dgm:pt modelId="{E9A43588-5EB4-4808-93D3-05ACF33A49F1}" type="pres">
      <dgm:prSet presAssocID="{0E4697FE-C6D0-4C7A-A364-D798AD4AA84E}" presName="node" presStyleLbl="node1" presStyleIdx="1" presStyleCnt="2">
        <dgm:presLayoutVars>
          <dgm:bulletEnabled val="1"/>
        </dgm:presLayoutVars>
      </dgm:prSet>
      <dgm:spPr/>
    </dgm:pt>
  </dgm:ptLst>
  <dgm:cxnLst>
    <dgm:cxn modelId="{8DE7770F-3F90-4B68-B919-AE4842F804C3}" srcId="{ABAE14F3-3B0F-436E-832F-ACA5017F9CA1}" destId="{0E4697FE-C6D0-4C7A-A364-D798AD4AA84E}" srcOrd="1" destOrd="0" parTransId="{402D1810-B3F8-455C-824E-AEC33A41593E}" sibTransId="{56D7853C-9FBF-462F-B40F-ACD405B864DB}"/>
    <dgm:cxn modelId="{A61F1D1B-BDB2-4B45-B5AC-B38E1FE20F0B}" type="presOf" srcId="{0E4697FE-C6D0-4C7A-A364-D798AD4AA84E}" destId="{E9A43588-5EB4-4808-93D3-05ACF33A49F1}" srcOrd="0" destOrd="0" presId="urn:microsoft.com/office/officeart/2005/8/layout/process1"/>
    <dgm:cxn modelId="{065FE326-A5D3-4778-98E1-23289994FD8E}" type="presOf" srcId="{2F4D2F86-9E31-4675-8BD3-D50FEB5A20D0}" destId="{47E49A16-7A01-4647-8E4F-CC54854C904B}" srcOrd="1" destOrd="0" presId="urn:microsoft.com/office/officeart/2005/8/layout/process1"/>
    <dgm:cxn modelId="{AB312C40-8F60-4753-8929-6582D008DAC2}" type="presOf" srcId="{2F4D2F86-9E31-4675-8BD3-D50FEB5A20D0}" destId="{26A67E15-2BDB-43C2-BB9D-DBFA13960483}" srcOrd="0" destOrd="0" presId="urn:microsoft.com/office/officeart/2005/8/layout/process1"/>
    <dgm:cxn modelId="{69559B5D-5F03-45A2-AF49-C4EBD1FBF6CB}" type="presOf" srcId="{ABAE14F3-3B0F-436E-832F-ACA5017F9CA1}" destId="{51CE49AB-E65B-4C4D-904D-626F067E01C5}" srcOrd="0" destOrd="0" presId="urn:microsoft.com/office/officeart/2005/8/layout/process1"/>
    <dgm:cxn modelId="{8622ED81-958F-4C13-9CBF-A3437BECCBC8}" type="presOf" srcId="{B004E431-8676-4135-B716-AFB03C3759EF}" destId="{D86E7F6C-793A-46AA-8083-538CDF743DBD}" srcOrd="0" destOrd="0" presId="urn:microsoft.com/office/officeart/2005/8/layout/process1"/>
    <dgm:cxn modelId="{BB2729E0-DCDE-4FA1-9DA7-0038A6B20D7C}" srcId="{ABAE14F3-3B0F-436E-832F-ACA5017F9CA1}" destId="{B004E431-8676-4135-B716-AFB03C3759EF}" srcOrd="0" destOrd="0" parTransId="{95ED2895-97E2-4E74-B5A7-7F6FB48E03BD}" sibTransId="{2F4D2F86-9E31-4675-8BD3-D50FEB5A20D0}"/>
    <dgm:cxn modelId="{A349252E-7493-4FCC-9990-726D59FC2988}" type="presParOf" srcId="{51CE49AB-E65B-4C4D-904D-626F067E01C5}" destId="{D86E7F6C-793A-46AA-8083-538CDF743DBD}" srcOrd="0" destOrd="0" presId="urn:microsoft.com/office/officeart/2005/8/layout/process1"/>
    <dgm:cxn modelId="{D57A16F7-6D5F-4A7E-8CEF-1C644F8428DD}" type="presParOf" srcId="{51CE49AB-E65B-4C4D-904D-626F067E01C5}" destId="{26A67E15-2BDB-43C2-BB9D-DBFA13960483}" srcOrd="1" destOrd="0" presId="urn:microsoft.com/office/officeart/2005/8/layout/process1"/>
    <dgm:cxn modelId="{3E0155B3-9C3F-45AF-9B8A-BB3E8CD64CFA}" type="presParOf" srcId="{26A67E15-2BDB-43C2-BB9D-DBFA13960483}" destId="{47E49A16-7A01-4647-8E4F-CC54854C904B}" srcOrd="0" destOrd="0" presId="urn:microsoft.com/office/officeart/2005/8/layout/process1"/>
    <dgm:cxn modelId="{7F51EFE4-8381-44E5-923A-293DB3DA4A02}" type="presParOf" srcId="{51CE49AB-E65B-4C4D-904D-626F067E01C5}" destId="{E9A43588-5EB4-4808-93D3-05ACF33A49F1}"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CCF716-2C45-406D-8990-A8B320C6DB1E}">
      <dsp:nvSpPr>
        <dsp:cNvPr id="0" name=""/>
        <dsp:cNvSpPr/>
      </dsp:nvSpPr>
      <dsp:spPr>
        <a:xfrm>
          <a:off x="-4167198" y="-639471"/>
          <a:ext cx="4965407" cy="4965407"/>
        </a:xfrm>
        <a:prstGeom prst="blockArc">
          <a:avLst>
            <a:gd name="adj1" fmla="val 18900000"/>
            <a:gd name="adj2" fmla="val 2700000"/>
            <a:gd name="adj3" fmla="val 435"/>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2BD111-73CF-4BAE-8FC1-0DD0AB4001ED}">
      <dsp:nvSpPr>
        <dsp:cNvPr id="0" name=""/>
        <dsp:cNvSpPr/>
      </dsp:nvSpPr>
      <dsp:spPr>
        <a:xfrm>
          <a:off x="349651" y="230330"/>
          <a:ext cx="10492398" cy="460955"/>
        </a:xfrm>
        <a:prstGeom prst="rect">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5883"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a:t>1. Giới thiệu chung</a:t>
          </a:r>
          <a:endParaRPr lang="en-GB" sz="2400" kern="1200"/>
        </a:p>
      </dsp:txBody>
      <dsp:txXfrm>
        <a:off x="349651" y="230330"/>
        <a:ext cx="10492398" cy="460955"/>
      </dsp:txXfrm>
    </dsp:sp>
    <dsp:sp modelId="{A8DAFD2F-3565-45F2-A974-A0D40C6AD4BA}">
      <dsp:nvSpPr>
        <dsp:cNvPr id="0" name=""/>
        <dsp:cNvSpPr/>
      </dsp:nvSpPr>
      <dsp:spPr>
        <a:xfrm>
          <a:off x="61554" y="172710"/>
          <a:ext cx="576194" cy="57619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3341CE2-458C-49A0-9AB6-3745C60474F4}">
      <dsp:nvSpPr>
        <dsp:cNvPr id="0" name=""/>
        <dsp:cNvSpPr/>
      </dsp:nvSpPr>
      <dsp:spPr>
        <a:xfrm>
          <a:off x="679958" y="921542"/>
          <a:ext cx="10162091" cy="460955"/>
        </a:xfrm>
        <a:prstGeom prst="rect">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5883" tIns="60960" rIns="60960" bIns="60960" numCol="1" spcCol="1270" anchor="ctr" anchorCtr="0">
          <a:noAutofit/>
        </a:bodyPr>
        <a:lstStyle/>
        <a:p>
          <a:pPr marL="0" lvl="0" indent="0" algn="l" defTabSz="1066800">
            <a:lnSpc>
              <a:spcPct val="90000"/>
            </a:lnSpc>
            <a:spcBef>
              <a:spcPct val="0"/>
            </a:spcBef>
            <a:spcAft>
              <a:spcPct val="35000"/>
            </a:spcAft>
            <a:buNone/>
          </a:pPr>
          <a:r>
            <a:rPr lang="en-GB" sz="2400" kern="1200"/>
            <a:t>2. Nội dung đề án</a:t>
          </a:r>
        </a:p>
      </dsp:txBody>
      <dsp:txXfrm>
        <a:off x="679958" y="921542"/>
        <a:ext cx="10162091" cy="460955"/>
      </dsp:txXfrm>
    </dsp:sp>
    <dsp:sp modelId="{60B6F099-FC90-498F-A08E-E9CE8E35242C}">
      <dsp:nvSpPr>
        <dsp:cNvPr id="0" name=""/>
        <dsp:cNvSpPr/>
      </dsp:nvSpPr>
      <dsp:spPr>
        <a:xfrm>
          <a:off x="391861" y="863922"/>
          <a:ext cx="576194" cy="57619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F38057C-CEA0-483F-BB10-C46E444C2D5D}">
      <dsp:nvSpPr>
        <dsp:cNvPr id="0" name=""/>
        <dsp:cNvSpPr/>
      </dsp:nvSpPr>
      <dsp:spPr>
        <a:xfrm>
          <a:off x="781336" y="1612754"/>
          <a:ext cx="10060713" cy="460955"/>
        </a:xfrm>
        <a:prstGeom prst="rect">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5883" tIns="60960" rIns="60960" bIns="60960" numCol="1" spcCol="1270" anchor="ctr" anchorCtr="0">
          <a:noAutofit/>
        </a:bodyPr>
        <a:lstStyle/>
        <a:p>
          <a:pPr marL="0" lvl="0" indent="0" algn="l" defTabSz="1066800">
            <a:lnSpc>
              <a:spcPct val="90000"/>
            </a:lnSpc>
            <a:spcBef>
              <a:spcPct val="0"/>
            </a:spcBef>
            <a:spcAft>
              <a:spcPct val="35000"/>
            </a:spcAft>
            <a:buNone/>
          </a:pPr>
          <a:r>
            <a:rPr lang="en-GB" sz="2400" kern="1200"/>
            <a:t>3. Mô hình tổng quát của thuật toán</a:t>
          </a:r>
        </a:p>
      </dsp:txBody>
      <dsp:txXfrm>
        <a:off x="781336" y="1612754"/>
        <a:ext cx="10060713" cy="460955"/>
      </dsp:txXfrm>
    </dsp:sp>
    <dsp:sp modelId="{7F286BA0-D47B-4C13-AFA3-8EECA3164B91}">
      <dsp:nvSpPr>
        <dsp:cNvPr id="0" name=""/>
        <dsp:cNvSpPr/>
      </dsp:nvSpPr>
      <dsp:spPr>
        <a:xfrm>
          <a:off x="493239" y="1555134"/>
          <a:ext cx="576194" cy="57619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3A87618-73D8-4CD7-9D39-75A4C15A6E81}">
      <dsp:nvSpPr>
        <dsp:cNvPr id="0" name=""/>
        <dsp:cNvSpPr/>
      </dsp:nvSpPr>
      <dsp:spPr>
        <a:xfrm>
          <a:off x="679958" y="2303966"/>
          <a:ext cx="10162091" cy="460955"/>
        </a:xfrm>
        <a:prstGeom prst="rect">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5883" tIns="60960" rIns="60960" bIns="60960" numCol="1" spcCol="1270" anchor="ctr" anchorCtr="0">
          <a:noAutofit/>
        </a:bodyPr>
        <a:lstStyle/>
        <a:p>
          <a:pPr marL="0" lvl="0" indent="0" algn="l" defTabSz="1066800">
            <a:lnSpc>
              <a:spcPct val="90000"/>
            </a:lnSpc>
            <a:spcBef>
              <a:spcPct val="0"/>
            </a:spcBef>
            <a:spcAft>
              <a:spcPct val="35000"/>
            </a:spcAft>
            <a:buNone/>
          </a:pPr>
          <a:r>
            <a:rPr lang="en-GB" sz="2400" kern="1200"/>
            <a:t>4. Triển khai, cài đặt</a:t>
          </a:r>
        </a:p>
      </dsp:txBody>
      <dsp:txXfrm>
        <a:off x="679958" y="2303966"/>
        <a:ext cx="10162091" cy="460955"/>
      </dsp:txXfrm>
    </dsp:sp>
    <dsp:sp modelId="{AB1543E3-8ED2-4E34-8653-19262CBB1A28}">
      <dsp:nvSpPr>
        <dsp:cNvPr id="0" name=""/>
        <dsp:cNvSpPr/>
      </dsp:nvSpPr>
      <dsp:spPr>
        <a:xfrm>
          <a:off x="391861" y="2246346"/>
          <a:ext cx="576194" cy="57619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BA9AE5-2E00-410B-9F51-E0AA002C791E}">
      <dsp:nvSpPr>
        <dsp:cNvPr id="0" name=""/>
        <dsp:cNvSpPr/>
      </dsp:nvSpPr>
      <dsp:spPr>
        <a:xfrm>
          <a:off x="349651" y="2995178"/>
          <a:ext cx="10492398" cy="460955"/>
        </a:xfrm>
        <a:prstGeom prst="rect">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5883" tIns="60960" rIns="60960" bIns="60960" numCol="1" spcCol="1270" anchor="ctr" anchorCtr="0">
          <a:noAutofit/>
        </a:bodyPr>
        <a:lstStyle/>
        <a:p>
          <a:pPr marL="0" lvl="0" indent="0" algn="l" defTabSz="1066800">
            <a:lnSpc>
              <a:spcPct val="90000"/>
            </a:lnSpc>
            <a:spcBef>
              <a:spcPct val="0"/>
            </a:spcBef>
            <a:spcAft>
              <a:spcPct val="35000"/>
            </a:spcAft>
            <a:buNone/>
          </a:pPr>
          <a:r>
            <a:rPr lang="en-GB" sz="2400" kern="1200"/>
            <a:t>5. Kết luận và hướng phát triển</a:t>
          </a:r>
        </a:p>
      </dsp:txBody>
      <dsp:txXfrm>
        <a:off x="349651" y="2995178"/>
        <a:ext cx="10492398" cy="460955"/>
      </dsp:txXfrm>
    </dsp:sp>
    <dsp:sp modelId="{50ACA502-2EF3-4BE1-A4FB-48BCB7D10D34}">
      <dsp:nvSpPr>
        <dsp:cNvPr id="0" name=""/>
        <dsp:cNvSpPr/>
      </dsp:nvSpPr>
      <dsp:spPr>
        <a:xfrm>
          <a:off x="61554" y="2937558"/>
          <a:ext cx="576194" cy="57619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6F6103-C1AB-4FCD-9236-B7CE48ED9A60}">
      <dsp:nvSpPr>
        <dsp:cNvPr id="0" name=""/>
        <dsp:cNvSpPr/>
      </dsp:nvSpPr>
      <dsp:spPr>
        <a:xfrm>
          <a:off x="171" y="1098"/>
          <a:ext cx="9999345" cy="127501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l" defTabSz="889000">
            <a:lnSpc>
              <a:spcPct val="90000"/>
            </a:lnSpc>
            <a:spcBef>
              <a:spcPct val="0"/>
            </a:spcBef>
            <a:spcAft>
              <a:spcPct val="35000"/>
            </a:spcAft>
            <a:buNone/>
          </a:pPr>
          <a:r>
            <a:rPr lang="vi-VN" sz="2000" b="1" kern="1200">
              <a:latin typeface="+mj-lt"/>
            </a:rPr>
            <a:t>Giải thuật di truyền (GA) là một phương pháp tối ưu hóa mạnh mẽ trong xã hội hiện đại,</a:t>
          </a:r>
          <a:r>
            <a:rPr lang="en-US" sz="2000" b="1" kern="1200">
              <a:latin typeface="+mj-lt"/>
            </a:rPr>
            <a:t> trong đề án này</a:t>
          </a:r>
          <a:r>
            <a:rPr lang="vi-VN" sz="2000" b="1" kern="1200">
              <a:latin typeface="+mj-lt"/>
            </a:rPr>
            <a:t> </a:t>
          </a:r>
          <a:r>
            <a:rPr lang="en-US" sz="2000" b="1" kern="1200">
              <a:latin typeface="+mj-lt"/>
            </a:rPr>
            <a:t>tôi áp dụng thuật toán</a:t>
          </a:r>
          <a:r>
            <a:rPr lang="vi-VN" sz="2000" b="1" kern="1200">
              <a:latin typeface="+mj-lt"/>
            </a:rPr>
            <a:t> trong việc sắp xếp thời khóa biểu. </a:t>
          </a:r>
          <a:endParaRPr lang="en-GB" sz="2000" b="1" kern="1200">
            <a:latin typeface="+mj-lt"/>
          </a:endParaRPr>
        </a:p>
      </dsp:txBody>
      <dsp:txXfrm>
        <a:off x="62412" y="63339"/>
        <a:ext cx="9874863" cy="1150528"/>
      </dsp:txXfrm>
    </dsp:sp>
    <dsp:sp modelId="{6D0B69A7-4CC9-4370-8E90-BDB77ED38C3E}">
      <dsp:nvSpPr>
        <dsp:cNvPr id="0" name=""/>
        <dsp:cNvSpPr/>
      </dsp:nvSpPr>
      <dsp:spPr>
        <a:xfrm rot="5400000">
          <a:off x="5010657" y="-949082"/>
          <a:ext cx="2508868" cy="7487699"/>
        </a:xfrm>
        <a:prstGeom prst="round2Same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just" defTabSz="889000">
            <a:lnSpc>
              <a:spcPct val="90000"/>
            </a:lnSpc>
            <a:spcBef>
              <a:spcPct val="0"/>
            </a:spcBef>
            <a:spcAft>
              <a:spcPct val="15000"/>
            </a:spcAft>
            <a:buChar char="•"/>
          </a:pPr>
          <a:r>
            <a:rPr lang="en-US" sz="2000" kern="1200">
              <a:latin typeface="+mj-lt"/>
            </a:rPr>
            <a:t>V</a:t>
          </a:r>
          <a:r>
            <a:rPr lang="vi-VN" sz="2000" kern="1200">
              <a:latin typeface="+mj-lt"/>
            </a:rPr>
            <a:t>iệc lập thời gian biểu không hiệu quả có thể dẫn đến sự lãng phí tài nguyên và giảm năng suất làm việc. </a:t>
          </a:r>
          <a:endParaRPr lang="en-GB" sz="2000" kern="1200">
            <a:latin typeface="+mj-lt"/>
          </a:endParaRPr>
        </a:p>
        <a:p>
          <a:pPr marL="228600" lvl="1" indent="-228600" algn="just" defTabSz="889000">
            <a:lnSpc>
              <a:spcPct val="90000"/>
            </a:lnSpc>
            <a:spcBef>
              <a:spcPct val="0"/>
            </a:spcBef>
            <a:spcAft>
              <a:spcPct val="15000"/>
            </a:spcAft>
            <a:buChar char="•"/>
          </a:pPr>
          <a:r>
            <a:rPr lang="en-US" sz="2000" kern="1200">
              <a:latin typeface="+mj-lt"/>
            </a:rPr>
            <a:t>Á</a:t>
          </a:r>
          <a:r>
            <a:rPr lang="vi-VN" sz="2000" kern="1200">
              <a:latin typeface="+mj-lt"/>
            </a:rPr>
            <a:t>p dụng GA để tối ưu hóa quy trình sắp xếp thời khóa biểu bằng cách kết hợp các yếu tố như sở thích cá nhân, khả năng của giảng viên và hạn chế về phòng học</a:t>
          </a:r>
          <a:r>
            <a:rPr lang="en-US" sz="2000" kern="1200">
              <a:latin typeface="+mj-lt"/>
            </a:rPr>
            <a:t>.</a:t>
          </a:r>
          <a:endParaRPr lang="en-GB" sz="2000" kern="1200">
            <a:latin typeface="+mj-lt"/>
          </a:endParaRPr>
        </a:p>
        <a:p>
          <a:pPr marL="228600" lvl="1" indent="-228600" algn="just" defTabSz="889000">
            <a:lnSpc>
              <a:spcPct val="90000"/>
            </a:lnSpc>
            <a:spcBef>
              <a:spcPct val="0"/>
            </a:spcBef>
            <a:spcAft>
              <a:spcPct val="15000"/>
            </a:spcAft>
            <a:buChar char="•"/>
          </a:pPr>
          <a:r>
            <a:rPr lang="en-US" sz="2000" kern="1200">
              <a:latin typeface="+mj-lt"/>
            </a:rPr>
            <a:t>T</a:t>
          </a:r>
          <a:r>
            <a:rPr lang="vi-VN" sz="2000" kern="1200">
              <a:latin typeface="+mj-lt"/>
            </a:rPr>
            <a:t>ối ưu hóa việc sử dụng tài nguyên giáo dục, cải thiện trải nghiệm học tập và giảm thiểu xung đột lịch trình. </a:t>
          </a:r>
          <a:endParaRPr lang="en-GB" sz="2000" kern="1200">
            <a:latin typeface="+mj-lt"/>
          </a:endParaRPr>
        </a:p>
      </dsp:txBody>
      <dsp:txXfrm rot="-5400000">
        <a:off x="2521242" y="1662806"/>
        <a:ext cx="7365226" cy="2263922"/>
      </dsp:txXfrm>
    </dsp:sp>
    <dsp:sp modelId="{80A86036-AFF1-4D0C-AD57-271238B6DDEE}">
      <dsp:nvSpPr>
        <dsp:cNvPr id="0" name=""/>
        <dsp:cNvSpPr/>
      </dsp:nvSpPr>
      <dsp:spPr>
        <a:xfrm>
          <a:off x="171" y="1414168"/>
          <a:ext cx="2521070" cy="2761197"/>
        </a:xfrm>
        <a:prstGeom prst="roundRect">
          <a:avLst/>
        </a:prstGeom>
        <a:solidFill>
          <a:schemeClr val="accent2">
            <a:hueOff val="39038"/>
            <a:satOff val="-26876"/>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a:latin typeface="+mj-lt"/>
            </a:rPr>
            <a:t>Mục tiêu: </a:t>
          </a:r>
          <a:endParaRPr lang="en-GB" sz="2800" b="1" kern="1200">
            <a:latin typeface="+mj-lt"/>
          </a:endParaRPr>
        </a:p>
      </dsp:txBody>
      <dsp:txXfrm>
        <a:off x="123239" y="1537236"/>
        <a:ext cx="2274934" cy="25150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F2B54F-5578-4B7D-83BB-42011B303000}">
      <dsp:nvSpPr>
        <dsp:cNvPr id="0" name=""/>
        <dsp:cNvSpPr/>
      </dsp:nvSpPr>
      <dsp:spPr>
        <a:xfrm>
          <a:off x="52117" y="339722"/>
          <a:ext cx="2148632" cy="2148632"/>
        </a:xfrm>
        <a:prstGeom prst="roundRect">
          <a:avLst>
            <a:gd name="adj" fmla="val 10000"/>
          </a:avLst>
        </a:prstGeom>
        <a:blipFill rotWithShape="1">
          <a:blip xmlns:r="http://schemas.openxmlformats.org/officeDocument/2006/relationships" r:embed="rId1">
            <a:duotone>
              <a:prstClr val="black"/>
              <a:schemeClr val="accent5">
                <a:tint val="45000"/>
                <a:satMod val="400000"/>
              </a:schemeClr>
            </a:duotone>
          </a:blip>
          <a:srcRect/>
          <a:stretch>
            <a:fillRect l="-38000" r="-38000"/>
          </a:stretch>
        </a:blipFill>
        <a:ln w="12700" cap="flat"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402E2ECD-0515-4BC6-BA93-32634BDD88FD}">
      <dsp:nvSpPr>
        <dsp:cNvPr id="0" name=""/>
        <dsp:cNvSpPr/>
      </dsp:nvSpPr>
      <dsp:spPr>
        <a:xfrm>
          <a:off x="294" y="1628902"/>
          <a:ext cx="2951834" cy="2148632"/>
        </a:xfrm>
        <a:prstGeom prst="roundRect">
          <a:avLst>
            <a:gd name="adj" fmla="val 10000"/>
          </a:avLst>
        </a:prstGeom>
        <a:gradFill rotWithShape="0">
          <a:gsLst>
            <a:gs pos="0">
              <a:schemeClr val="accent2">
                <a:hueOff val="0"/>
                <a:satOff val="0"/>
                <a:lumOff val="0"/>
                <a:alphaOff val="0"/>
                <a:tint val="65000"/>
                <a:shade val="92000"/>
                <a:satMod val="130000"/>
              </a:schemeClr>
            </a:gs>
            <a:gs pos="45000">
              <a:schemeClr val="accent2">
                <a:hueOff val="0"/>
                <a:satOff val="0"/>
                <a:lumOff val="0"/>
                <a:alphaOff val="0"/>
                <a:tint val="60000"/>
                <a:shade val="99000"/>
                <a:satMod val="120000"/>
              </a:schemeClr>
            </a:gs>
            <a:gs pos="100000">
              <a:schemeClr val="accent2">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vi-VN" sz="1900" b="0" kern="1200">
              <a:solidFill>
                <a:schemeClr val="accent2"/>
              </a:solidFill>
            </a:rPr>
            <a:t>Việc phát triển hệ thống sắp xếp thời khóa biểu hiệu quả là cần thiết nhằm </a:t>
          </a:r>
          <a:r>
            <a:rPr lang="vi-VN" sz="1900" b="1" kern="1200">
              <a:solidFill>
                <a:schemeClr val="accent2"/>
              </a:solidFill>
            </a:rPr>
            <a:t>tối ưu hóa việc sử dụng tài nguyên </a:t>
          </a:r>
          <a:r>
            <a:rPr lang="vi-VN" sz="1900" b="0" kern="1200">
              <a:solidFill>
                <a:schemeClr val="accent2"/>
              </a:solidFill>
            </a:rPr>
            <a:t>giáo dục và nâng cao </a:t>
          </a:r>
          <a:r>
            <a:rPr lang="vi-VN" sz="1900" b="1" kern="1200">
              <a:solidFill>
                <a:schemeClr val="accent2"/>
              </a:solidFill>
            </a:rPr>
            <a:t>trải nghiệm học tập. </a:t>
          </a:r>
          <a:endParaRPr lang="en-GB" sz="1900" b="1" kern="1200">
            <a:solidFill>
              <a:schemeClr val="accent2"/>
            </a:solidFill>
          </a:endParaRPr>
        </a:p>
      </dsp:txBody>
      <dsp:txXfrm>
        <a:off x="63225" y="1691833"/>
        <a:ext cx="2825972" cy="2022770"/>
      </dsp:txXfrm>
    </dsp:sp>
    <dsp:sp modelId="{A2B63AEA-863C-471D-B082-A6129EF8E915}">
      <dsp:nvSpPr>
        <dsp:cNvPr id="0" name=""/>
        <dsp:cNvSpPr/>
      </dsp:nvSpPr>
      <dsp:spPr>
        <a:xfrm>
          <a:off x="2755185" y="1155895"/>
          <a:ext cx="554434" cy="516286"/>
        </a:xfrm>
        <a:prstGeom prst="rightArrow">
          <a:avLst>
            <a:gd name="adj1" fmla="val 60000"/>
            <a:gd name="adj2" fmla="val 50000"/>
          </a:avLst>
        </a:prstGeom>
        <a:gradFill rotWithShape="0">
          <a:gsLst>
            <a:gs pos="0">
              <a:schemeClr val="accent2">
                <a:hueOff val="0"/>
                <a:satOff val="0"/>
                <a:lumOff val="0"/>
                <a:alphaOff val="0"/>
                <a:tint val="65000"/>
                <a:shade val="92000"/>
                <a:satMod val="130000"/>
              </a:schemeClr>
            </a:gs>
            <a:gs pos="45000">
              <a:schemeClr val="accent2">
                <a:hueOff val="0"/>
                <a:satOff val="0"/>
                <a:lumOff val="0"/>
                <a:alphaOff val="0"/>
                <a:tint val="60000"/>
                <a:shade val="99000"/>
                <a:satMod val="120000"/>
              </a:schemeClr>
            </a:gs>
            <a:gs pos="100000">
              <a:schemeClr val="accent2">
                <a:hueOff val="0"/>
                <a:satOff val="0"/>
                <a:lumOff val="0"/>
                <a:alphaOff val="0"/>
                <a:tint val="55000"/>
                <a:satMod val="140000"/>
              </a:schemeClr>
            </a:gs>
          </a:gsLst>
          <a:path path="circle">
            <a:fillToRect l="100000" t="100000" r="100000" b="100000"/>
          </a:path>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just" defTabSz="666750">
            <a:lnSpc>
              <a:spcPct val="90000"/>
            </a:lnSpc>
            <a:spcBef>
              <a:spcPct val="0"/>
            </a:spcBef>
            <a:spcAft>
              <a:spcPct val="35000"/>
            </a:spcAft>
            <a:buNone/>
          </a:pPr>
          <a:endParaRPr lang="en-GB" sz="1500" kern="1200"/>
        </a:p>
      </dsp:txBody>
      <dsp:txXfrm>
        <a:off x="2755185" y="1259152"/>
        <a:ext cx="399548" cy="309772"/>
      </dsp:txXfrm>
    </dsp:sp>
    <dsp:sp modelId="{D028B60C-4694-4029-BD7E-6129C424714E}">
      <dsp:nvSpPr>
        <dsp:cNvPr id="0" name=""/>
        <dsp:cNvSpPr/>
      </dsp:nvSpPr>
      <dsp:spPr>
        <a:xfrm>
          <a:off x="3784849" y="339722"/>
          <a:ext cx="2148632" cy="2148632"/>
        </a:xfrm>
        <a:prstGeom prst="roundRect">
          <a:avLst>
            <a:gd name="adj" fmla="val 10000"/>
          </a:avLst>
        </a:prstGeom>
        <a:blipFill rotWithShape="1">
          <a:blip xmlns:r="http://schemas.openxmlformats.org/officeDocument/2006/relationships" r:embed="rId2">
            <a:duotone>
              <a:prstClr val="black"/>
              <a:schemeClr val="accent6">
                <a:tint val="45000"/>
                <a:satMod val="400000"/>
              </a:schemeClr>
            </a:duotone>
          </a:blip>
          <a:srcRect/>
          <a:stretch>
            <a:fillRect l="-67000" r="-67000"/>
          </a:stretch>
        </a:blipFill>
        <a:ln w="12700" cap="flat"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F006D8D4-8506-44EC-BA13-1296CEB3FF52}">
      <dsp:nvSpPr>
        <dsp:cNvPr id="0" name=""/>
        <dsp:cNvSpPr/>
      </dsp:nvSpPr>
      <dsp:spPr>
        <a:xfrm>
          <a:off x="3902918" y="1628902"/>
          <a:ext cx="2612050" cy="2148632"/>
        </a:xfrm>
        <a:prstGeom prst="roundRect">
          <a:avLst>
            <a:gd name="adj" fmla="val 10000"/>
          </a:avLst>
        </a:prstGeom>
        <a:gradFill rotWithShape="0">
          <a:gsLst>
            <a:gs pos="0">
              <a:schemeClr val="accent3">
                <a:hueOff val="0"/>
                <a:satOff val="0"/>
                <a:lumOff val="0"/>
                <a:alphaOff val="0"/>
                <a:tint val="65000"/>
                <a:shade val="92000"/>
                <a:satMod val="130000"/>
              </a:schemeClr>
            </a:gs>
            <a:gs pos="45000">
              <a:schemeClr val="accent3">
                <a:hueOff val="0"/>
                <a:satOff val="0"/>
                <a:lumOff val="0"/>
                <a:alphaOff val="0"/>
                <a:tint val="60000"/>
                <a:shade val="99000"/>
                <a:satMod val="120000"/>
              </a:schemeClr>
            </a:gs>
            <a:gs pos="100000">
              <a:schemeClr val="accent3">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vi-VN" sz="1800" b="0" kern="1200">
              <a:solidFill>
                <a:schemeClr val="accent2"/>
              </a:solidFill>
            </a:rPr>
            <a:t>Ứng dụng giải thuật di truyền (GA) </a:t>
          </a:r>
          <a:r>
            <a:rPr lang="vi-VN" sz="1800" b="1" kern="1200">
              <a:solidFill>
                <a:schemeClr val="accent2"/>
              </a:solidFill>
            </a:rPr>
            <a:t>kết hợp với dữ liệu từ các nguồn khác nhau </a:t>
          </a:r>
          <a:r>
            <a:rPr lang="vi-VN" sz="1800" b="0" kern="1200">
              <a:solidFill>
                <a:schemeClr val="accent2"/>
              </a:solidFill>
            </a:rPr>
            <a:t>đang mở ra hướng tiếp cận </a:t>
          </a:r>
          <a:r>
            <a:rPr lang="en-US" sz="1800" b="0" kern="1200">
              <a:solidFill>
                <a:schemeClr val="accent2"/>
              </a:solidFill>
            </a:rPr>
            <a:t>khác</a:t>
          </a:r>
          <a:r>
            <a:rPr lang="vi-VN" sz="1800" b="0" kern="1200">
              <a:solidFill>
                <a:schemeClr val="accent2"/>
              </a:solidFill>
            </a:rPr>
            <a:t>, chính xác và hiệu quả hơn trong việc lập thời khóa biểu.</a:t>
          </a:r>
          <a:endParaRPr lang="en-GB" sz="1800" b="0" kern="1200">
            <a:solidFill>
              <a:schemeClr val="accent2"/>
            </a:solidFill>
          </a:endParaRPr>
        </a:p>
      </dsp:txBody>
      <dsp:txXfrm>
        <a:off x="3965849" y="1691833"/>
        <a:ext cx="2486188" cy="2022770"/>
      </dsp:txXfrm>
    </dsp:sp>
    <dsp:sp modelId="{C3BBCF53-622B-48E9-98DD-7271187BB920}">
      <dsp:nvSpPr>
        <dsp:cNvPr id="0" name=""/>
        <dsp:cNvSpPr/>
      </dsp:nvSpPr>
      <dsp:spPr>
        <a:xfrm>
          <a:off x="6609942" y="1155895"/>
          <a:ext cx="676460" cy="516286"/>
        </a:xfrm>
        <a:prstGeom prst="rightArrow">
          <a:avLst>
            <a:gd name="adj1" fmla="val 60000"/>
            <a:gd name="adj2" fmla="val 50000"/>
          </a:avLst>
        </a:prstGeom>
        <a:gradFill rotWithShape="0">
          <a:gsLst>
            <a:gs pos="0">
              <a:schemeClr val="accent3">
                <a:hueOff val="0"/>
                <a:satOff val="0"/>
                <a:lumOff val="0"/>
                <a:alphaOff val="0"/>
                <a:tint val="65000"/>
                <a:shade val="92000"/>
                <a:satMod val="130000"/>
              </a:schemeClr>
            </a:gs>
            <a:gs pos="45000">
              <a:schemeClr val="accent3">
                <a:hueOff val="0"/>
                <a:satOff val="0"/>
                <a:lumOff val="0"/>
                <a:alphaOff val="0"/>
                <a:tint val="60000"/>
                <a:shade val="99000"/>
                <a:satMod val="120000"/>
              </a:schemeClr>
            </a:gs>
            <a:gs pos="100000">
              <a:schemeClr val="accent3">
                <a:hueOff val="0"/>
                <a:satOff val="0"/>
                <a:lumOff val="0"/>
                <a:alphaOff val="0"/>
                <a:tint val="55000"/>
                <a:satMod val="140000"/>
              </a:schemeClr>
            </a:gs>
          </a:gsLst>
          <a:path path="circle">
            <a:fillToRect l="100000" t="100000" r="100000" b="100000"/>
          </a:path>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just" defTabSz="666750">
            <a:lnSpc>
              <a:spcPct val="90000"/>
            </a:lnSpc>
            <a:spcBef>
              <a:spcPct val="0"/>
            </a:spcBef>
            <a:spcAft>
              <a:spcPct val="35000"/>
            </a:spcAft>
            <a:buNone/>
          </a:pPr>
          <a:endParaRPr lang="en-GB" sz="1500" kern="1200"/>
        </a:p>
      </dsp:txBody>
      <dsp:txXfrm>
        <a:off x="6609942" y="1259152"/>
        <a:ext cx="521574" cy="309772"/>
      </dsp:txXfrm>
    </dsp:sp>
    <dsp:sp modelId="{6C9B64A7-0AF2-4AB4-A795-97640A9786B9}">
      <dsp:nvSpPr>
        <dsp:cNvPr id="0" name=""/>
        <dsp:cNvSpPr/>
      </dsp:nvSpPr>
      <dsp:spPr>
        <a:xfrm>
          <a:off x="7866227" y="339722"/>
          <a:ext cx="2148632" cy="2148632"/>
        </a:xfrm>
        <a:prstGeom prst="roundRect">
          <a:avLst>
            <a:gd name="adj" fmla="val 10000"/>
          </a:avLst>
        </a:prstGeom>
        <a:blipFill rotWithShape="1">
          <a:blip xmlns:r="http://schemas.openxmlformats.org/officeDocument/2006/relationships" r:embed="rId3">
            <a:duotone>
              <a:prstClr val="black"/>
              <a:schemeClr val="accent1">
                <a:tint val="45000"/>
                <a:satMod val="400000"/>
              </a:schemeClr>
            </a:duotone>
          </a:blip>
          <a:srcRect/>
          <a:stretch>
            <a:fillRect l="-32000" r="-32000"/>
          </a:stretch>
        </a:blipFill>
        <a:ln w="12700" cap="flat"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6A8A99A9-7FC0-4A13-B04A-9D965E6A8C6A}">
      <dsp:nvSpPr>
        <dsp:cNvPr id="0" name=""/>
        <dsp:cNvSpPr/>
      </dsp:nvSpPr>
      <dsp:spPr>
        <a:xfrm>
          <a:off x="7347688" y="1628902"/>
          <a:ext cx="3885265" cy="2148632"/>
        </a:xfrm>
        <a:prstGeom prst="roundRect">
          <a:avLst>
            <a:gd name="adj" fmla="val 10000"/>
          </a:avLst>
        </a:prstGeom>
        <a:gradFill rotWithShape="0">
          <a:gsLst>
            <a:gs pos="0">
              <a:schemeClr val="accent4">
                <a:hueOff val="0"/>
                <a:satOff val="0"/>
                <a:lumOff val="0"/>
                <a:alphaOff val="0"/>
                <a:tint val="65000"/>
                <a:shade val="92000"/>
                <a:satMod val="130000"/>
              </a:schemeClr>
            </a:gs>
            <a:gs pos="45000">
              <a:schemeClr val="accent4">
                <a:hueOff val="0"/>
                <a:satOff val="0"/>
                <a:lumOff val="0"/>
                <a:alphaOff val="0"/>
                <a:tint val="60000"/>
                <a:shade val="99000"/>
                <a:satMod val="120000"/>
              </a:schemeClr>
            </a:gs>
            <a:gs pos="100000">
              <a:schemeClr val="accent4">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en-US" sz="1800" b="0" kern="1200">
              <a:solidFill>
                <a:schemeClr val="accent2"/>
              </a:solidFill>
            </a:rPr>
            <a:t>G</a:t>
          </a:r>
          <a:r>
            <a:rPr lang="vi-VN" sz="1800" b="0" kern="1200">
              <a:solidFill>
                <a:schemeClr val="accent2"/>
              </a:solidFill>
            </a:rPr>
            <a:t>iải thuật này cho phép cân nhắc nhiều </a:t>
          </a:r>
          <a:r>
            <a:rPr lang="vi-VN" sz="1800" b="1" kern="1200">
              <a:solidFill>
                <a:schemeClr val="accent2"/>
              </a:solidFill>
            </a:rPr>
            <a:t>yếu tố như sở thích của giảng viên</a:t>
          </a:r>
          <a:r>
            <a:rPr lang="vi-VN" sz="1800" b="0" kern="1200">
              <a:solidFill>
                <a:schemeClr val="accent2"/>
              </a:solidFill>
            </a:rPr>
            <a:t>, yêu cầu của sinh viên và </a:t>
          </a:r>
          <a:r>
            <a:rPr lang="vi-VN" sz="1800" b="1" kern="1200">
              <a:solidFill>
                <a:schemeClr val="accent2"/>
              </a:solidFill>
            </a:rPr>
            <a:t>hạn chế về cơ sở vật chất, </a:t>
          </a:r>
          <a:r>
            <a:rPr lang="vi-VN" sz="1800" b="0" kern="1200">
              <a:solidFill>
                <a:schemeClr val="accent2"/>
              </a:solidFill>
            </a:rPr>
            <a:t>từ đó tạo ra các lịch trình tối ưu giúp giảm thiểu xung đột và nâng cao hiệu suất học tập.</a:t>
          </a:r>
          <a:endParaRPr lang="en-GB" sz="1800" b="0" kern="1200">
            <a:solidFill>
              <a:schemeClr val="accent2"/>
            </a:solidFill>
          </a:endParaRPr>
        </a:p>
      </dsp:txBody>
      <dsp:txXfrm>
        <a:off x="7410619" y="1691833"/>
        <a:ext cx="3759403" cy="202277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72C452-3744-4B91-8E80-7F39B287916A}">
      <dsp:nvSpPr>
        <dsp:cNvPr id="0" name=""/>
        <dsp:cNvSpPr/>
      </dsp:nvSpPr>
      <dsp:spPr>
        <a:xfrm>
          <a:off x="202479" y="540937"/>
          <a:ext cx="4841266" cy="1512895"/>
        </a:xfrm>
        <a:prstGeom prst="rect">
          <a:avLst/>
        </a:prstGeom>
        <a:solidFill>
          <a:schemeClr val="lt1">
            <a:alpha val="4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24735" tIns="106680" rIns="106680" bIns="106680" numCol="1" spcCol="1270" anchor="ctr" anchorCtr="0">
          <a:noAutofit/>
        </a:bodyPr>
        <a:lstStyle/>
        <a:p>
          <a:pPr marL="0" lvl="0" indent="0" algn="l" defTabSz="1244600">
            <a:lnSpc>
              <a:spcPct val="90000"/>
            </a:lnSpc>
            <a:spcBef>
              <a:spcPct val="0"/>
            </a:spcBef>
            <a:spcAft>
              <a:spcPct val="35000"/>
            </a:spcAft>
            <a:buNone/>
          </a:pPr>
          <a:r>
            <a:rPr lang="vi-VN" sz="2800" kern="1200"/>
            <a:t>Nghiên cứu cơ sở lý thuyết về thuật toán di truyền.</a:t>
          </a:r>
          <a:endParaRPr lang="en-GB" sz="2800" kern="1200"/>
        </a:p>
      </dsp:txBody>
      <dsp:txXfrm>
        <a:off x="202479" y="540937"/>
        <a:ext cx="4841266" cy="1512895"/>
      </dsp:txXfrm>
    </dsp:sp>
    <dsp:sp modelId="{DCABF988-F71E-45C0-877F-4C9EA5C6F0E6}">
      <dsp:nvSpPr>
        <dsp:cNvPr id="0" name=""/>
        <dsp:cNvSpPr/>
      </dsp:nvSpPr>
      <dsp:spPr>
        <a:xfrm>
          <a:off x="760" y="322408"/>
          <a:ext cx="1059027" cy="1588540"/>
        </a:xfrm>
        <a:prstGeom prst="rect">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C13CC9E-416A-4D6B-B772-9B659E1C5905}">
      <dsp:nvSpPr>
        <dsp:cNvPr id="0" name=""/>
        <dsp:cNvSpPr/>
      </dsp:nvSpPr>
      <dsp:spPr>
        <a:xfrm>
          <a:off x="5455116" y="540937"/>
          <a:ext cx="4841266" cy="1512895"/>
        </a:xfrm>
        <a:prstGeom prst="rect">
          <a:avLst/>
        </a:prstGeom>
        <a:solidFill>
          <a:schemeClr val="lt1">
            <a:alpha val="4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24735" tIns="106680" rIns="106680" bIns="106680" numCol="1" spcCol="1270" anchor="ctr" anchorCtr="0">
          <a:noAutofit/>
        </a:bodyPr>
        <a:lstStyle/>
        <a:p>
          <a:pPr marL="0" lvl="0" indent="0" algn="l" defTabSz="1244600">
            <a:lnSpc>
              <a:spcPct val="90000"/>
            </a:lnSpc>
            <a:spcBef>
              <a:spcPct val="0"/>
            </a:spcBef>
            <a:spcAft>
              <a:spcPct val="35000"/>
            </a:spcAft>
            <a:buNone/>
          </a:pPr>
          <a:r>
            <a:rPr lang="vi-VN" sz="2800" kern="1200"/>
            <a:t>Nghiên cứu ứng dụng tính tương đồng trong việc sắp xếp thời khóa biểu.</a:t>
          </a:r>
          <a:endParaRPr lang="en-GB" sz="2800" kern="1200"/>
        </a:p>
      </dsp:txBody>
      <dsp:txXfrm>
        <a:off x="5455116" y="540937"/>
        <a:ext cx="4841266" cy="1512895"/>
      </dsp:txXfrm>
    </dsp:sp>
    <dsp:sp modelId="{D18E9C36-A5BB-4D37-BAC2-094FBAA39BFD}">
      <dsp:nvSpPr>
        <dsp:cNvPr id="0" name=""/>
        <dsp:cNvSpPr/>
      </dsp:nvSpPr>
      <dsp:spPr>
        <a:xfrm>
          <a:off x="5253397" y="322408"/>
          <a:ext cx="1059027" cy="1588540"/>
        </a:xfrm>
        <a:prstGeom prst="rect">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0C2734-639D-481E-90D6-9BAB97943EC6}">
      <dsp:nvSpPr>
        <dsp:cNvPr id="0" name=""/>
        <dsp:cNvSpPr/>
      </dsp:nvSpPr>
      <dsp:spPr>
        <a:xfrm>
          <a:off x="2828798" y="2445505"/>
          <a:ext cx="4841266" cy="1512895"/>
        </a:xfrm>
        <a:prstGeom prst="rect">
          <a:avLst/>
        </a:prstGeom>
        <a:solidFill>
          <a:schemeClr val="lt1">
            <a:alpha val="4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24735" tIns="106680" rIns="106680" bIns="106680" numCol="1" spcCol="1270" anchor="ctr" anchorCtr="0">
          <a:noAutofit/>
        </a:bodyPr>
        <a:lstStyle/>
        <a:p>
          <a:pPr marL="0" lvl="0" indent="0" algn="l" defTabSz="1244600">
            <a:lnSpc>
              <a:spcPct val="90000"/>
            </a:lnSpc>
            <a:spcBef>
              <a:spcPct val="0"/>
            </a:spcBef>
            <a:spcAft>
              <a:spcPct val="35000"/>
            </a:spcAft>
            <a:buNone/>
          </a:pPr>
          <a:r>
            <a:rPr lang="vi-VN" sz="2800" kern="1200"/>
            <a:t>Ứng dụng và sử dụng thuật toán để cài đặt module sắp xếp thời khóa biểu.</a:t>
          </a:r>
          <a:endParaRPr lang="en-GB" sz="2800" kern="1200"/>
        </a:p>
      </dsp:txBody>
      <dsp:txXfrm>
        <a:off x="2828798" y="2445505"/>
        <a:ext cx="4841266" cy="1512895"/>
      </dsp:txXfrm>
    </dsp:sp>
    <dsp:sp modelId="{DA26A29A-BC0A-4AE2-8631-8C695067A30E}">
      <dsp:nvSpPr>
        <dsp:cNvPr id="0" name=""/>
        <dsp:cNvSpPr/>
      </dsp:nvSpPr>
      <dsp:spPr>
        <a:xfrm>
          <a:off x="2627078" y="2226975"/>
          <a:ext cx="1059027" cy="1588540"/>
        </a:xfrm>
        <a:prstGeom prst="rect">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40E1B9-73C2-4861-9F05-6749619552C5}">
      <dsp:nvSpPr>
        <dsp:cNvPr id="0" name=""/>
        <dsp:cNvSpPr/>
      </dsp:nvSpPr>
      <dsp:spPr>
        <a:xfrm>
          <a:off x="0" y="0"/>
          <a:ext cx="4320479" cy="4320479"/>
        </a:xfrm>
        <a:prstGeom prst="pie">
          <a:avLst>
            <a:gd name="adj1" fmla="val 5400000"/>
            <a:gd name="adj2" fmla="val 1620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951D51-8519-49E6-9D9C-06633E57C439}">
      <dsp:nvSpPr>
        <dsp:cNvPr id="0" name=""/>
        <dsp:cNvSpPr/>
      </dsp:nvSpPr>
      <dsp:spPr>
        <a:xfrm>
          <a:off x="2160239" y="0"/>
          <a:ext cx="8496944" cy="4320479"/>
        </a:xfrm>
        <a:prstGeom prst="rect">
          <a:avLst/>
        </a:prstGeom>
        <a:solidFill>
          <a:schemeClr val="lt1">
            <a:alpha val="90000"/>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en-US" sz="1800" kern="1200"/>
            <a:t>1. </a:t>
          </a:r>
          <a:r>
            <a:rPr lang="vi-VN" sz="1800" kern="1200"/>
            <a:t>Tập hợp các lớp học với thông tin chi tiết về sĩ số, khối lớp và các đặc trưng chuyên biệt.</a:t>
          </a:r>
          <a:endParaRPr lang="en-GB" sz="1800" kern="1200"/>
        </a:p>
      </dsp:txBody>
      <dsp:txXfrm>
        <a:off x="2160239" y="0"/>
        <a:ext cx="8496944" cy="691276"/>
      </dsp:txXfrm>
    </dsp:sp>
    <dsp:sp modelId="{B6E31567-9752-4BD4-AC40-288DD7D89D92}">
      <dsp:nvSpPr>
        <dsp:cNvPr id="0" name=""/>
        <dsp:cNvSpPr/>
      </dsp:nvSpPr>
      <dsp:spPr>
        <a:xfrm>
          <a:off x="453650" y="691276"/>
          <a:ext cx="3413179" cy="3413179"/>
        </a:xfrm>
        <a:prstGeom prst="pie">
          <a:avLst>
            <a:gd name="adj1" fmla="val 5400000"/>
            <a:gd name="adj2" fmla="val 16200000"/>
          </a:avLst>
        </a:prstGeom>
        <a:solidFill>
          <a:schemeClr val="accent5">
            <a:hueOff val="531780"/>
            <a:satOff val="-5973"/>
            <a:lumOff val="-127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4D24CF-A60A-4276-B482-39F7308343A7}">
      <dsp:nvSpPr>
        <dsp:cNvPr id="0" name=""/>
        <dsp:cNvSpPr/>
      </dsp:nvSpPr>
      <dsp:spPr>
        <a:xfrm>
          <a:off x="2160239" y="691276"/>
          <a:ext cx="8496944" cy="3413179"/>
        </a:xfrm>
        <a:prstGeom prst="rect">
          <a:avLst/>
        </a:prstGeom>
        <a:solidFill>
          <a:schemeClr val="lt1">
            <a:alpha val="90000"/>
            <a:hueOff val="0"/>
            <a:satOff val="0"/>
            <a:lumOff val="0"/>
            <a:alphaOff val="0"/>
          </a:schemeClr>
        </a:solidFill>
        <a:ln w="15875" cap="flat" cmpd="sng" algn="ctr">
          <a:solidFill>
            <a:schemeClr val="accent5">
              <a:hueOff val="531780"/>
              <a:satOff val="-5973"/>
              <a:lumOff val="-127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en-US" sz="1800" kern="1200"/>
            <a:t>2. </a:t>
          </a:r>
          <a:r>
            <a:rPr lang="vi-VN" sz="1800" kern="1200"/>
            <a:t>Danh mục môn học cùng số tiết bắt buộc mỗi tuần cho từng lớp, dựa trên chương trình chuẩn của Bộ Giáo dục và Đào tạo.</a:t>
          </a:r>
          <a:endParaRPr lang="en-GB" sz="1800" kern="1200"/>
        </a:p>
      </dsp:txBody>
      <dsp:txXfrm>
        <a:off x="2160239" y="691276"/>
        <a:ext cx="8496944" cy="691276"/>
      </dsp:txXfrm>
    </dsp:sp>
    <dsp:sp modelId="{7476522E-E461-4157-90AD-54A818600369}">
      <dsp:nvSpPr>
        <dsp:cNvPr id="0" name=""/>
        <dsp:cNvSpPr/>
      </dsp:nvSpPr>
      <dsp:spPr>
        <a:xfrm>
          <a:off x="907300" y="1382553"/>
          <a:ext cx="2505878" cy="2505878"/>
        </a:xfrm>
        <a:prstGeom prst="pie">
          <a:avLst>
            <a:gd name="adj1" fmla="val 5400000"/>
            <a:gd name="adj2" fmla="val 16200000"/>
          </a:avLst>
        </a:prstGeom>
        <a:solidFill>
          <a:schemeClr val="accent5">
            <a:hueOff val="1063560"/>
            <a:satOff val="-11946"/>
            <a:lumOff val="-254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F01483-6102-466B-AE98-0EC55EC77B9D}">
      <dsp:nvSpPr>
        <dsp:cNvPr id="0" name=""/>
        <dsp:cNvSpPr/>
      </dsp:nvSpPr>
      <dsp:spPr>
        <a:xfrm>
          <a:off x="2160239" y="1382553"/>
          <a:ext cx="8496944" cy="2505878"/>
        </a:xfrm>
        <a:prstGeom prst="rect">
          <a:avLst/>
        </a:prstGeom>
        <a:solidFill>
          <a:schemeClr val="lt1">
            <a:alpha val="90000"/>
            <a:hueOff val="0"/>
            <a:satOff val="0"/>
            <a:lumOff val="0"/>
            <a:alphaOff val="0"/>
          </a:schemeClr>
        </a:solidFill>
        <a:ln w="15875" cap="flat" cmpd="sng" algn="ctr">
          <a:solidFill>
            <a:schemeClr val="accent5">
              <a:hueOff val="1063560"/>
              <a:satOff val="-11946"/>
              <a:lumOff val="-254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en-US" sz="1800" kern="1200"/>
            <a:t>3. </a:t>
          </a:r>
          <a:r>
            <a:rPr lang="vi-VN" sz="1800" kern="1200"/>
            <a:t>Danh sách giáo viên với thông tin về chuyên môn, giới hạn số tiết tối đa và các điều kiện đặc thù.</a:t>
          </a:r>
          <a:endParaRPr lang="en-GB" sz="1800" kern="1200"/>
        </a:p>
      </dsp:txBody>
      <dsp:txXfrm>
        <a:off x="2160239" y="1382553"/>
        <a:ext cx="8496944" cy="691276"/>
      </dsp:txXfrm>
    </dsp:sp>
    <dsp:sp modelId="{2CEF1CF2-D969-4D7C-A915-BF7E8B8970CE}">
      <dsp:nvSpPr>
        <dsp:cNvPr id="0" name=""/>
        <dsp:cNvSpPr/>
      </dsp:nvSpPr>
      <dsp:spPr>
        <a:xfrm>
          <a:off x="1360951" y="2073830"/>
          <a:ext cx="1598577" cy="1598577"/>
        </a:xfrm>
        <a:prstGeom prst="pie">
          <a:avLst>
            <a:gd name="adj1" fmla="val 5400000"/>
            <a:gd name="adj2" fmla="val 16200000"/>
          </a:avLst>
        </a:prstGeom>
        <a:solidFill>
          <a:schemeClr val="accent5">
            <a:hueOff val="1595340"/>
            <a:satOff val="-17918"/>
            <a:lumOff val="-382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ABCCA8-495F-4B47-99D5-D05D97EF4F35}">
      <dsp:nvSpPr>
        <dsp:cNvPr id="0" name=""/>
        <dsp:cNvSpPr/>
      </dsp:nvSpPr>
      <dsp:spPr>
        <a:xfrm>
          <a:off x="2160239" y="2073830"/>
          <a:ext cx="8496944" cy="1598577"/>
        </a:xfrm>
        <a:prstGeom prst="rect">
          <a:avLst/>
        </a:prstGeom>
        <a:solidFill>
          <a:schemeClr val="lt1">
            <a:alpha val="90000"/>
            <a:hueOff val="0"/>
            <a:satOff val="0"/>
            <a:lumOff val="0"/>
            <a:alphaOff val="0"/>
          </a:schemeClr>
        </a:solidFill>
        <a:ln w="15875" cap="flat" cmpd="sng" algn="ctr">
          <a:solidFill>
            <a:schemeClr val="accent5">
              <a:hueOff val="1595340"/>
              <a:satOff val="-17918"/>
              <a:lumOff val="-382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en-US" sz="1800" kern="1200"/>
            <a:t>4. </a:t>
          </a:r>
          <a:r>
            <a:rPr lang="vi-VN" sz="1800" kern="1200"/>
            <a:t>Khung thời gian giảng dạy bao gồm số ngày học mỗi tuần, số tiết học mỗi ngày, tổng số tiết mỗi tuần và các khung giờ rảnh hoặc hạn chế.</a:t>
          </a:r>
          <a:endParaRPr lang="en-GB" sz="1800" kern="1200"/>
        </a:p>
      </dsp:txBody>
      <dsp:txXfrm>
        <a:off x="2160239" y="2073830"/>
        <a:ext cx="8496944" cy="691276"/>
      </dsp:txXfrm>
    </dsp:sp>
    <dsp:sp modelId="{000584AD-37A4-482B-AF9A-DA948C09A3C1}">
      <dsp:nvSpPr>
        <dsp:cNvPr id="0" name=""/>
        <dsp:cNvSpPr/>
      </dsp:nvSpPr>
      <dsp:spPr>
        <a:xfrm>
          <a:off x="1814601" y="2765107"/>
          <a:ext cx="691276" cy="691276"/>
        </a:xfrm>
        <a:prstGeom prst="pie">
          <a:avLst>
            <a:gd name="adj1" fmla="val 5400000"/>
            <a:gd name="adj2" fmla="val 16200000"/>
          </a:avLst>
        </a:prstGeom>
        <a:solidFill>
          <a:schemeClr val="accent5">
            <a:hueOff val="2127120"/>
            <a:satOff val="-23891"/>
            <a:lumOff val="-509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FC725E-8BE7-4D8F-B1C9-63CFBECA4526}">
      <dsp:nvSpPr>
        <dsp:cNvPr id="0" name=""/>
        <dsp:cNvSpPr/>
      </dsp:nvSpPr>
      <dsp:spPr>
        <a:xfrm>
          <a:off x="2160239" y="2765107"/>
          <a:ext cx="8496944" cy="691276"/>
        </a:xfrm>
        <a:prstGeom prst="rect">
          <a:avLst/>
        </a:prstGeom>
        <a:solidFill>
          <a:schemeClr val="lt1">
            <a:alpha val="90000"/>
            <a:hueOff val="0"/>
            <a:satOff val="0"/>
            <a:lumOff val="0"/>
            <a:alphaOff val="0"/>
          </a:schemeClr>
        </a:solidFill>
        <a:ln w="15875" cap="flat" cmpd="sng" algn="ctr">
          <a:solidFill>
            <a:schemeClr val="accent5">
              <a:hueOff val="2127120"/>
              <a:satOff val="-23891"/>
              <a:lumOff val="-509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en-US" sz="1800" kern="1200"/>
            <a:t>5. </a:t>
          </a:r>
          <a:r>
            <a:rPr lang="vi-VN" sz="1800" kern="1200"/>
            <a:t>Hệ thống ràng buộc gồm hai nhóm: ràng buộc cứng (bắt buộc tuân thủ tuyệt đối) và ràng buộc mềm (ưu tiên đáp ứng, có thể vi phạm với chi phí phạt tối thiểu).</a:t>
          </a:r>
          <a:endParaRPr lang="en-GB" sz="1800" kern="1200"/>
        </a:p>
      </dsp:txBody>
      <dsp:txXfrm>
        <a:off x="2160239" y="2765107"/>
        <a:ext cx="8496944" cy="69127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6091FF-3B2F-439A-B995-E5F8C31EA7D4}">
      <dsp:nvSpPr>
        <dsp:cNvPr id="0" name=""/>
        <dsp:cNvSpPr/>
      </dsp:nvSpPr>
      <dsp:spPr>
        <a:xfrm>
          <a:off x="50" y="780440"/>
          <a:ext cx="4811702" cy="1877623"/>
        </a:xfrm>
        <a:prstGeom prst="rect">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just" defTabSz="1111250">
            <a:lnSpc>
              <a:spcPct val="90000"/>
            </a:lnSpc>
            <a:spcBef>
              <a:spcPct val="0"/>
            </a:spcBef>
            <a:spcAft>
              <a:spcPct val="35000"/>
            </a:spcAft>
            <a:buNone/>
          </a:pPr>
          <a:r>
            <a:rPr lang="vi-VN" sz="2500" kern="1200"/>
            <a:t>Thời khóa biểu tối ưu gần cho toàn bộ các lớp, thể hiện chi tiết phân công môn học và giáo viên cho từng tiết, từng ngày.</a:t>
          </a:r>
          <a:endParaRPr lang="en-GB" sz="2500" kern="1200"/>
        </a:p>
      </dsp:txBody>
      <dsp:txXfrm>
        <a:off x="50" y="780440"/>
        <a:ext cx="4811702" cy="1877623"/>
      </dsp:txXfrm>
    </dsp:sp>
    <dsp:sp modelId="{8A4A4D83-BA14-4AAC-942D-D01B72B36EEB}">
      <dsp:nvSpPr>
        <dsp:cNvPr id="0" name=""/>
        <dsp:cNvSpPr/>
      </dsp:nvSpPr>
      <dsp:spPr>
        <a:xfrm flipV="1">
          <a:off x="50" y="2658063"/>
          <a:ext cx="4811702" cy="1098000"/>
        </a:xfrm>
        <a:prstGeom prst="rect">
          <a:avLst/>
        </a:prstGeom>
        <a:solidFill>
          <a:schemeClr val="accent3">
            <a:tint val="40000"/>
            <a:alpha val="90000"/>
            <a:hueOff val="0"/>
            <a:satOff val="0"/>
            <a:lumOff val="0"/>
            <a:alphaOff val="0"/>
          </a:schemeClr>
        </a:solidFill>
        <a:ln w="15875"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BC75733-DF95-451F-9620-B547665DCE6A}">
      <dsp:nvSpPr>
        <dsp:cNvPr id="0" name=""/>
        <dsp:cNvSpPr/>
      </dsp:nvSpPr>
      <dsp:spPr>
        <a:xfrm>
          <a:off x="5485391" y="780440"/>
          <a:ext cx="4811702" cy="1877623"/>
        </a:xfrm>
        <a:prstGeom prst="rect">
          <a:avLst/>
        </a:prstGeom>
        <a:solidFill>
          <a:schemeClr val="accent3">
            <a:hueOff val="1198005"/>
            <a:satOff val="-7255"/>
            <a:lumOff val="8627"/>
            <a:alphaOff val="0"/>
          </a:schemeClr>
        </a:solidFill>
        <a:ln w="15875" cap="flat" cmpd="sng" algn="ctr">
          <a:solidFill>
            <a:schemeClr val="accent3">
              <a:hueOff val="1198005"/>
              <a:satOff val="-7255"/>
              <a:lumOff val="862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just" defTabSz="1111250">
            <a:lnSpc>
              <a:spcPct val="90000"/>
            </a:lnSpc>
            <a:spcBef>
              <a:spcPct val="0"/>
            </a:spcBef>
            <a:spcAft>
              <a:spcPct val="35000"/>
            </a:spcAft>
            <a:buNone/>
          </a:pPr>
          <a:r>
            <a:rPr lang="vi-VN" sz="2500" kern="1200"/>
            <a:t>Bảng thống kê và đánh giá định lượng mức độ tuân thủ và vi phạm ràng buộc, hỗ trợ phân tích định lượng và so sánh hiệu quả giữa các phương án.</a:t>
          </a:r>
          <a:endParaRPr lang="en-GB" sz="2500" kern="1200"/>
        </a:p>
      </dsp:txBody>
      <dsp:txXfrm>
        <a:off x="5485391" y="780440"/>
        <a:ext cx="4811702" cy="1877623"/>
      </dsp:txXfrm>
    </dsp:sp>
    <dsp:sp modelId="{5F47FB56-5943-4FDA-BF1C-AAA0FFB263B7}">
      <dsp:nvSpPr>
        <dsp:cNvPr id="0" name=""/>
        <dsp:cNvSpPr/>
      </dsp:nvSpPr>
      <dsp:spPr>
        <a:xfrm>
          <a:off x="5485391" y="2658063"/>
          <a:ext cx="4811702" cy="1098000"/>
        </a:xfrm>
        <a:prstGeom prst="rect">
          <a:avLst/>
        </a:prstGeom>
        <a:solidFill>
          <a:schemeClr val="accent3">
            <a:tint val="40000"/>
            <a:alpha val="90000"/>
            <a:hueOff val="1249182"/>
            <a:satOff val="4087"/>
            <a:lumOff val="1464"/>
            <a:alphaOff val="0"/>
          </a:schemeClr>
        </a:solidFill>
        <a:ln w="15875" cap="flat" cmpd="sng" algn="ctr">
          <a:solidFill>
            <a:schemeClr val="accent3">
              <a:tint val="40000"/>
              <a:alpha val="90000"/>
              <a:hueOff val="1249182"/>
              <a:satOff val="4087"/>
              <a:lumOff val="1464"/>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829B65-1851-4B06-B73F-2243C3F99E65}">
      <dsp:nvSpPr>
        <dsp:cNvPr id="0" name=""/>
        <dsp:cNvSpPr/>
      </dsp:nvSpPr>
      <dsp:spPr>
        <a:xfrm rot="16200000">
          <a:off x="-1404145" y="1412251"/>
          <a:ext cx="4320480" cy="1495976"/>
        </a:xfrm>
        <a:prstGeom prst="flowChartManualOperation">
          <a:avLst/>
        </a:prstGeom>
        <a:gradFill rotWithShape="0">
          <a:gsLst>
            <a:gs pos="0">
              <a:schemeClr val="accent2">
                <a:hueOff val="0"/>
                <a:satOff val="0"/>
                <a:lumOff val="0"/>
                <a:alphaOff val="0"/>
                <a:tint val="65000"/>
                <a:shade val="92000"/>
                <a:satMod val="130000"/>
              </a:schemeClr>
            </a:gs>
            <a:gs pos="45000">
              <a:schemeClr val="accent2">
                <a:hueOff val="0"/>
                <a:satOff val="0"/>
                <a:lumOff val="0"/>
                <a:alphaOff val="0"/>
                <a:tint val="60000"/>
                <a:shade val="99000"/>
                <a:satMod val="120000"/>
              </a:schemeClr>
            </a:gs>
            <a:gs pos="100000">
              <a:schemeClr val="accent2">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0" tIns="0" rIns="152400" bIns="0" numCol="1" spcCol="1270" anchor="ctr" anchorCtr="0">
          <a:noAutofit/>
        </a:bodyPr>
        <a:lstStyle/>
        <a:p>
          <a:pPr marL="0" lvl="0" indent="0" algn="ctr" defTabSz="1066800">
            <a:lnSpc>
              <a:spcPct val="90000"/>
            </a:lnSpc>
            <a:spcBef>
              <a:spcPct val="0"/>
            </a:spcBef>
            <a:spcAft>
              <a:spcPct val="35000"/>
            </a:spcAft>
            <a:buNone/>
          </a:pPr>
          <a:r>
            <a:rPr lang="en-US" sz="2400" b="0" kern="1200">
              <a:latin typeface="Tahoma" panose="020B0604030504040204" pitchFamily="34" charset="0"/>
              <a:ea typeface="Tahoma" panose="020B0604030504040204" pitchFamily="34" charset="0"/>
              <a:cs typeface="Tahoma" panose="020B0604030504040204" pitchFamily="34" charset="0"/>
            </a:rPr>
            <a:t>1. </a:t>
          </a:r>
          <a:r>
            <a:rPr lang="vi-VN" sz="2400" b="0" kern="1200">
              <a:latin typeface="Tahoma" panose="020B0604030504040204" pitchFamily="34" charset="0"/>
              <a:ea typeface="Tahoma" panose="020B0604030504040204" pitchFamily="34" charset="0"/>
              <a:cs typeface="Tahoma" panose="020B0604030504040204" pitchFamily="34" charset="0"/>
            </a:rPr>
            <a:t>Ràng buộc đụng độ giáo viên</a:t>
          </a:r>
          <a:endParaRPr lang="en-GB" sz="2400" b="0" kern="1200">
            <a:latin typeface="Tahoma" panose="020B0604030504040204" pitchFamily="34" charset="0"/>
            <a:ea typeface="Tahoma" panose="020B0604030504040204" pitchFamily="34" charset="0"/>
            <a:cs typeface="Tahoma" panose="020B0604030504040204" pitchFamily="34" charset="0"/>
          </a:endParaRPr>
        </a:p>
      </dsp:txBody>
      <dsp:txXfrm rot="5400000">
        <a:off x="8107" y="864095"/>
        <a:ext cx="1495976" cy="2592288"/>
      </dsp:txXfrm>
    </dsp:sp>
    <dsp:sp modelId="{117ACEF1-4A09-4924-A1FC-1BF06C24B16F}">
      <dsp:nvSpPr>
        <dsp:cNvPr id="0" name=""/>
        <dsp:cNvSpPr/>
      </dsp:nvSpPr>
      <dsp:spPr>
        <a:xfrm rot="16200000">
          <a:off x="204029" y="1412251"/>
          <a:ext cx="4320480" cy="1495976"/>
        </a:xfrm>
        <a:prstGeom prst="flowChartManualOperation">
          <a:avLst/>
        </a:prstGeom>
        <a:gradFill rotWithShape="0">
          <a:gsLst>
            <a:gs pos="0">
              <a:schemeClr val="accent3">
                <a:hueOff val="0"/>
                <a:satOff val="0"/>
                <a:lumOff val="0"/>
                <a:alphaOff val="0"/>
                <a:tint val="65000"/>
                <a:shade val="92000"/>
                <a:satMod val="130000"/>
              </a:schemeClr>
            </a:gs>
            <a:gs pos="45000">
              <a:schemeClr val="accent3">
                <a:hueOff val="0"/>
                <a:satOff val="0"/>
                <a:lumOff val="0"/>
                <a:alphaOff val="0"/>
                <a:tint val="60000"/>
                <a:shade val="99000"/>
                <a:satMod val="120000"/>
              </a:schemeClr>
            </a:gs>
            <a:gs pos="100000">
              <a:schemeClr val="accent3">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0" tIns="0" rIns="152400" bIns="0" numCol="1" spcCol="1270" anchor="ctr" anchorCtr="0">
          <a:noAutofit/>
        </a:bodyPr>
        <a:lstStyle/>
        <a:p>
          <a:pPr marL="0" lvl="0" indent="0" algn="ctr" defTabSz="1066800">
            <a:lnSpc>
              <a:spcPct val="90000"/>
            </a:lnSpc>
            <a:spcBef>
              <a:spcPct val="0"/>
            </a:spcBef>
            <a:spcAft>
              <a:spcPct val="35000"/>
            </a:spcAft>
            <a:buNone/>
          </a:pPr>
          <a:r>
            <a:rPr lang="en-US" sz="2400" b="0" kern="1200">
              <a:latin typeface="Tahoma" panose="020B0604030504040204" pitchFamily="34" charset="0"/>
              <a:ea typeface="Tahoma" panose="020B0604030504040204" pitchFamily="34" charset="0"/>
              <a:cs typeface="Tahoma" panose="020B0604030504040204" pitchFamily="34" charset="0"/>
            </a:rPr>
            <a:t>2. </a:t>
          </a:r>
          <a:r>
            <a:rPr lang="vi-VN" sz="2400" b="0" kern="1200">
              <a:latin typeface="Tahoma" panose="020B0604030504040204" pitchFamily="34" charset="0"/>
              <a:ea typeface="Tahoma" panose="020B0604030504040204" pitchFamily="34" charset="0"/>
              <a:cs typeface="Tahoma" panose="020B0604030504040204" pitchFamily="34" charset="0"/>
            </a:rPr>
            <a:t>Ràng buộc về giờ không xếp của giáo viên</a:t>
          </a:r>
          <a:endParaRPr lang="en-GB" sz="2400" b="0" kern="1200">
            <a:latin typeface="Tahoma" panose="020B0604030504040204" pitchFamily="34" charset="0"/>
            <a:ea typeface="Tahoma" panose="020B0604030504040204" pitchFamily="34" charset="0"/>
            <a:cs typeface="Tahoma" panose="020B0604030504040204" pitchFamily="34" charset="0"/>
          </a:endParaRPr>
        </a:p>
      </dsp:txBody>
      <dsp:txXfrm rot="5400000">
        <a:off x="1616281" y="864095"/>
        <a:ext cx="1495976" cy="2592288"/>
      </dsp:txXfrm>
    </dsp:sp>
    <dsp:sp modelId="{1DDAE061-8FDC-4E7E-80C8-A82587D557D1}">
      <dsp:nvSpPr>
        <dsp:cNvPr id="0" name=""/>
        <dsp:cNvSpPr/>
      </dsp:nvSpPr>
      <dsp:spPr>
        <a:xfrm rot="16200000">
          <a:off x="1812204" y="1412251"/>
          <a:ext cx="4320480" cy="1495976"/>
        </a:xfrm>
        <a:prstGeom prst="flowChartManualOperation">
          <a:avLst/>
        </a:prstGeom>
        <a:gradFill rotWithShape="0">
          <a:gsLst>
            <a:gs pos="0">
              <a:schemeClr val="accent4">
                <a:hueOff val="0"/>
                <a:satOff val="0"/>
                <a:lumOff val="0"/>
                <a:alphaOff val="0"/>
                <a:tint val="65000"/>
                <a:shade val="92000"/>
                <a:satMod val="130000"/>
              </a:schemeClr>
            </a:gs>
            <a:gs pos="45000">
              <a:schemeClr val="accent4">
                <a:hueOff val="0"/>
                <a:satOff val="0"/>
                <a:lumOff val="0"/>
                <a:alphaOff val="0"/>
                <a:tint val="60000"/>
                <a:shade val="99000"/>
                <a:satMod val="120000"/>
              </a:schemeClr>
            </a:gs>
            <a:gs pos="100000">
              <a:schemeClr val="accent4">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0" tIns="0" rIns="152400" bIns="0" numCol="1" spcCol="1270" anchor="ctr" anchorCtr="0">
          <a:noAutofit/>
        </a:bodyPr>
        <a:lstStyle/>
        <a:p>
          <a:pPr marL="0" lvl="0" indent="0" algn="ctr" defTabSz="1066800">
            <a:lnSpc>
              <a:spcPct val="90000"/>
            </a:lnSpc>
            <a:spcBef>
              <a:spcPct val="0"/>
            </a:spcBef>
            <a:spcAft>
              <a:spcPct val="35000"/>
            </a:spcAft>
            <a:buNone/>
          </a:pPr>
          <a:r>
            <a:rPr lang="en-US" sz="2400" b="0" kern="1200">
              <a:latin typeface="Tahoma" panose="020B0604030504040204" pitchFamily="34" charset="0"/>
              <a:ea typeface="Tahoma" panose="020B0604030504040204" pitchFamily="34" charset="0"/>
              <a:cs typeface="Tahoma" panose="020B0604030504040204" pitchFamily="34" charset="0"/>
            </a:rPr>
            <a:t>3. </a:t>
          </a:r>
          <a:r>
            <a:rPr lang="vi-VN" sz="2400" b="0" kern="1200">
              <a:latin typeface="Tahoma" panose="020B0604030504040204" pitchFamily="34" charset="0"/>
              <a:ea typeface="Tahoma" panose="020B0604030504040204" pitchFamily="34" charset="0"/>
              <a:cs typeface="Tahoma" panose="020B0604030504040204" pitchFamily="34" charset="0"/>
            </a:rPr>
            <a:t>Ràng buộc về giờ xếp sẵn</a:t>
          </a:r>
          <a:endParaRPr lang="en-GB" sz="2400" b="0" kern="1200">
            <a:latin typeface="Tahoma" panose="020B0604030504040204" pitchFamily="34" charset="0"/>
            <a:ea typeface="Tahoma" panose="020B0604030504040204" pitchFamily="34" charset="0"/>
            <a:cs typeface="Tahoma" panose="020B0604030504040204" pitchFamily="34" charset="0"/>
          </a:endParaRPr>
        </a:p>
      </dsp:txBody>
      <dsp:txXfrm rot="5400000">
        <a:off x="3224456" y="864095"/>
        <a:ext cx="1495976" cy="2592288"/>
      </dsp:txXfrm>
    </dsp:sp>
    <dsp:sp modelId="{BA56498E-4524-4540-9F28-F6C960F486EF}">
      <dsp:nvSpPr>
        <dsp:cNvPr id="0" name=""/>
        <dsp:cNvSpPr/>
      </dsp:nvSpPr>
      <dsp:spPr>
        <a:xfrm rot="16200000">
          <a:off x="3420380" y="1412251"/>
          <a:ext cx="4320480" cy="1495976"/>
        </a:xfrm>
        <a:prstGeom prst="flowChartManualOperation">
          <a:avLst/>
        </a:prstGeom>
        <a:gradFill rotWithShape="0">
          <a:gsLst>
            <a:gs pos="0">
              <a:schemeClr val="accent5">
                <a:hueOff val="0"/>
                <a:satOff val="0"/>
                <a:lumOff val="0"/>
                <a:alphaOff val="0"/>
                <a:tint val="65000"/>
                <a:shade val="92000"/>
                <a:satMod val="130000"/>
              </a:schemeClr>
            </a:gs>
            <a:gs pos="45000">
              <a:schemeClr val="accent5">
                <a:hueOff val="0"/>
                <a:satOff val="0"/>
                <a:lumOff val="0"/>
                <a:alphaOff val="0"/>
                <a:tint val="60000"/>
                <a:shade val="99000"/>
                <a:satMod val="120000"/>
              </a:schemeClr>
            </a:gs>
            <a:gs pos="100000">
              <a:schemeClr val="accent5">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0" tIns="0" rIns="152400" bIns="0" numCol="1" spcCol="1270" anchor="ctr" anchorCtr="0">
          <a:noAutofit/>
        </a:bodyPr>
        <a:lstStyle/>
        <a:p>
          <a:pPr marL="0" lvl="0" indent="0" algn="ctr" defTabSz="1066800">
            <a:lnSpc>
              <a:spcPct val="90000"/>
            </a:lnSpc>
            <a:spcBef>
              <a:spcPct val="0"/>
            </a:spcBef>
            <a:spcAft>
              <a:spcPct val="35000"/>
            </a:spcAft>
            <a:buNone/>
          </a:pPr>
          <a:r>
            <a:rPr lang="en-US" sz="2400" b="0" kern="1200">
              <a:latin typeface="Tahoma" panose="020B0604030504040204" pitchFamily="34" charset="0"/>
              <a:ea typeface="Tahoma" panose="020B0604030504040204" pitchFamily="34" charset="0"/>
              <a:cs typeface="Tahoma" panose="020B0604030504040204" pitchFamily="34" charset="0"/>
            </a:rPr>
            <a:t>4. </a:t>
          </a:r>
          <a:r>
            <a:rPr lang="vi-VN" sz="2400" b="0" kern="1200">
              <a:latin typeface="Tahoma" panose="020B0604030504040204" pitchFamily="34" charset="0"/>
              <a:ea typeface="Tahoma" panose="020B0604030504040204" pitchFamily="34" charset="0"/>
              <a:cs typeface="Tahoma" panose="020B0604030504040204" pitchFamily="34" charset="0"/>
            </a:rPr>
            <a:t>Ràng buộc đụng độ lớp học</a:t>
          </a:r>
          <a:endParaRPr lang="en-GB" sz="2400" b="0" kern="1200">
            <a:latin typeface="Tahoma" panose="020B0604030504040204" pitchFamily="34" charset="0"/>
            <a:ea typeface="Tahoma" panose="020B0604030504040204" pitchFamily="34" charset="0"/>
            <a:cs typeface="Tahoma" panose="020B0604030504040204" pitchFamily="34" charset="0"/>
          </a:endParaRPr>
        </a:p>
      </dsp:txBody>
      <dsp:txXfrm rot="5400000">
        <a:off x="4832632" y="864095"/>
        <a:ext cx="1495976" cy="2592288"/>
      </dsp:txXfrm>
    </dsp:sp>
    <dsp:sp modelId="{174C1934-A1C6-46AF-BF43-281AD6F4D119}">
      <dsp:nvSpPr>
        <dsp:cNvPr id="0" name=""/>
        <dsp:cNvSpPr/>
      </dsp:nvSpPr>
      <dsp:spPr>
        <a:xfrm rot="16200000">
          <a:off x="5028555" y="1412251"/>
          <a:ext cx="4320480" cy="1495976"/>
        </a:xfrm>
        <a:prstGeom prst="flowChartManualOperation">
          <a:avLst/>
        </a:prstGeom>
        <a:gradFill rotWithShape="0">
          <a:gsLst>
            <a:gs pos="0">
              <a:schemeClr val="accent6">
                <a:hueOff val="0"/>
                <a:satOff val="0"/>
                <a:lumOff val="0"/>
                <a:alphaOff val="0"/>
                <a:tint val="65000"/>
                <a:shade val="92000"/>
                <a:satMod val="130000"/>
              </a:schemeClr>
            </a:gs>
            <a:gs pos="45000">
              <a:schemeClr val="accent6">
                <a:hueOff val="0"/>
                <a:satOff val="0"/>
                <a:lumOff val="0"/>
                <a:alphaOff val="0"/>
                <a:tint val="60000"/>
                <a:shade val="99000"/>
                <a:satMod val="120000"/>
              </a:schemeClr>
            </a:gs>
            <a:gs pos="100000">
              <a:schemeClr val="accent6">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0" tIns="0" rIns="152400" bIns="0" numCol="1" spcCol="1270" anchor="ctr" anchorCtr="0">
          <a:noAutofit/>
        </a:bodyPr>
        <a:lstStyle/>
        <a:p>
          <a:pPr marL="0" lvl="0" indent="0" algn="ctr" defTabSz="1066800">
            <a:lnSpc>
              <a:spcPct val="90000"/>
            </a:lnSpc>
            <a:spcBef>
              <a:spcPct val="0"/>
            </a:spcBef>
            <a:spcAft>
              <a:spcPct val="35000"/>
            </a:spcAft>
            <a:buNone/>
          </a:pPr>
          <a:r>
            <a:rPr lang="en-US" sz="2400" b="0" kern="1200">
              <a:latin typeface="Tahoma" panose="020B0604030504040204" pitchFamily="34" charset="0"/>
              <a:ea typeface="Tahoma" panose="020B0604030504040204" pitchFamily="34" charset="0"/>
              <a:cs typeface="Tahoma" panose="020B0604030504040204" pitchFamily="34" charset="0"/>
            </a:rPr>
            <a:t>5. </a:t>
          </a:r>
          <a:r>
            <a:rPr lang="vi-VN" sz="2400" b="0" kern="1200">
              <a:latin typeface="Tahoma" panose="020B0604030504040204" pitchFamily="34" charset="0"/>
              <a:ea typeface="Tahoma" panose="020B0604030504040204" pitchFamily="34" charset="0"/>
              <a:cs typeface="Tahoma" panose="020B0604030504040204" pitchFamily="34" charset="0"/>
            </a:rPr>
            <a:t>Ràng buộc về tính đầy đủ của phân công</a:t>
          </a:r>
          <a:endParaRPr lang="en-GB" sz="2400" b="0" kern="1200">
            <a:latin typeface="Tahoma" panose="020B0604030504040204" pitchFamily="34" charset="0"/>
            <a:ea typeface="Tahoma" panose="020B0604030504040204" pitchFamily="34" charset="0"/>
            <a:cs typeface="Tahoma" panose="020B0604030504040204" pitchFamily="34" charset="0"/>
          </a:endParaRPr>
        </a:p>
      </dsp:txBody>
      <dsp:txXfrm rot="5400000">
        <a:off x="6440807" y="864095"/>
        <a:ext cx="1495976" cy="2592288"/>
      </dsp:txXfrm>
    </dsp:sp>
    <dsp:sp modelId="{8412878A-061E-4E28-966B-DFD87F1F314E}">
      <dsp:nvSpPr>
        <dsp:cNvPr id="0" name=""/>
        <dsp:cNvSpPr/>
      </dsp:nvSpPr>
      <dsp:spPr>
        <a:xfrm rot="16200000">
          <a:off x="6636730" y="1412251"/>
          <a:ext cx="4320480" cy="1495976"/>
        </a:xfrm>
        <a:prstGeom prst="flowChartManualOperation">
          <a:avLst/>
        </a:prstGeom>
        <a:gradFill rotWithShape="0">
          <a:gsLst>
            <a:gs pos="0">
              <a:schemeClr val="accent2">
                <a:hueOff val="0"/>
                <a:satOff val="0"/>
                <a:lumOff val="0"/>
                <a:alphaOff val="0"/>
                <a:tint val="65000"/>
                <a:shade val="92000"/>
                <a:satMod val="130000"/>
              </a:schemeClr>
            </a:gs>
            <a:gs pos="45000">
              <a:schemeClr val="accent2">
                <a:hueOff val="0"/>
                <a:satOff val="0"/>
                <a:lumOff val="0"/>
                <a:alphaOff val="0"/>
                <a:tint val="60000"/>
                <a:shade val="99000"/>
                <a:satMod val="120000"/>
              </a:schemeClr>
            </a:gs>
            <a:gs pos="100000">
              <a:schemeClr val="accent2">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0" tIns="0" rIns="152400" bIns="0" numCol="1" spcCol="1270" anchor="ctr" anchorCtr="0">
          <a:noAutofit/>
        </a:bodyPr>
        <a:lstStyle/>
        <a:p>
          <a:pPr marL="0" lvl="0" indent="0" algn="ctr" defTabSz="1066800">
            <a:lnSpc>
              <a:spcPct val="90000"/>
            </a:lnSpc>
            <a:spcBef>
              <a:spcPct val="0"/>
            </a:spcBef>
            <a:spcAft>
              <a:spcPct val="35000"/>
            </a:spcAft>
            <a:buNone/>
          </a:pPr>
          <a:r>
            <a:rPr lang="en-US" sz="2400" b="0" kern="1200">
              <a:latin typeface="Tahoma" panose="020B0604030504040204" pitchFamily="34" charset="0"/>
              <a:ea typeface="Tahoma" panose="020B0604030504040204" pitchFamily="34" charset="0"/>
              <a:cs typeface="Tahoma" panose="020B0604030504040204" pitchFamily="34" charset="0"/>
            </a:rPr>
            <a:t>6. </a:t>
          </a:r>
          <a:r>
            <a:rPr lang="vi-VN" sz="2400" b="0" kern="1200">
              <a:latin typeface="Tahoma" panose="020B0604030504040204" pitchFamily="34" charset="0"/>
              <a:ea typeface="Tahoma" panose="020B0604030504040204" pitchFamily="34" charset="0"/>
              <a:cs typeface="Tahoma" panose="020B0604030504040204" pitchFamily="34" charset="0"/>
            </a:rPr>
            <a:t>Ràng buộc về các môn học phải có tiết kề nhau</a:t>
          </a:r>
          <a:endParaRPr lang="en-GB" sz="2400" b="0" kern="1200">
            <a:latin typeface="Tahoma" panose="020B0604030504040204" pitchFamily="34" charset="0"/>
            <a:ea typeface="Tahoma" panose="020B0604030504040204" pitchFamily="34" charset="0"/>
            <a:cs typeface="Tahoma" panose="020B0604030504040204" pitchFamily="34" charset="0"/>
          </a:endParaRPr>
        </a:p>
      </dsp:txBody>
      <dsp:txXfrm rot="5400000">
        <a:off x="8048982" y="864095"/>
        <a:ext cx="1495976" cy="2592288"/>
      </dsp:txXfrm>
    </dsp:sp>
    <dsp:sp modelId="{F87F9B81-F578-4BD6-86BB-817656EE8EBF}">
      <dsp:nvSpPr>
        <dsp:cNvPr id="0" name=""/>
        <dsp:cNvSpPr/>
      </dsp:nvSpPr>
      <dsp:spPr>
        <a:xfrm rot="16200000">
          <a:off x="8244905" y="1412251"/>
          <a:ext cx="4320480" cy="1495976"/>
        </a:xfrm>
        <a:prstGeom prst="flowChartManualOperation">
          <a:avLst/>
        </a:prstGeom>
        <a:gradFill rotWithShape="0">
          <a:gsLst>
            <a:gs pos="0">
              <a:schemeClr val="accent3">
                <a:hueOff val="0"/>
                <a:satOff val="0"/>
                <a:lumOff val="0"/>
                <a:alphaOff val="0"/>
                <a:tint val="65000"/>
                <a:shade val="92000"/>
                <a:satMod val="130000"/>
              </a:schemeClr>
            </a:gs>
            <a:gs pos="45000">
              <a:schemeClr val="accent3">
                <a:hueOff val="0"/>
                <a:satOff val="0"/>
                <a:lumOff val="0"/>
                <a:alphaOff val="0"/>
                <a:tint val="60000"/>
                <a:shade val="99000"/>
                <a:satMod val="120000"/>
              </a:schemeClr>
            </a:gs>
            <a:gs pos="100000">
              <a:schemeClr val="accent3">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0" tIns="0" rIns="152400" bIns="0" numCol="1" spcCol="1270" anchor="ctr" anchorCtr="0">
          <a:noAutofit/>
        </a:bodyPr>
        <a:lstStyle/>
        <a:p>
          <a:pPr marL="0" lvl="0" indent="0" algn="ctr" defTabSz="1066800">
            <a:lnSpc>
              <a:spcPct val="90000"/>
            </a:lnSpc>
            <a:spcBef>
              <a:spcPct val="0"/>
            </a:spcBef>
            <a:spcAft>
              <a:spcPct val="35000"/>
            </a:spcAft>
            <a:buNone/>
          </a:pPr>
          <a:r>
            <a:rPr lang="en-US" sz="2400" b="0" kern="1200">
              <a:latin typeface="Tahoma" panose="020B0604030504040204" pitchFamily="34" charset="0"/>
              <a:ea typeface="Tahoma" panose="020B0604030504040204" pitchFamily="34" charset="0"/>
              <a:cs typeface="Tahoma" panose="020B0604030504040204" pitchFamily="34" charset="0"/>
            </a:rPr>
            <a:t>7. </a:t>
          </a:r>
          <a:r>
            <a:rPr lang="vi-VN" sz="2400" b="0" kern="1200">
              <a:latin typeface="Tahoma" panose="020B0604030504040204" pitchFamily="34" charset="0"/>
              <a:ea typeface="Tahoma" panose="020B0604030504040204" pitchFamily="34" charset="0"/>
              <a:cs typeface="Tahoma" panose="020B0604030504040204" pitchFamily="34" charset="0"/>
            </a:rPr>
            <a:t>Ràng buộc về việc một môn học chỉ học một lần trong một buổi</a:t>
          </a:r>
          <a:endParaRPr lang="en-GB" sz="2400" b="0" kern="1200">
            <a:latin typeface="Tahoma" panose="020B0604030504040204" pitchFamily="34" charset="0"/>
            <a:ea typeface="Tahoma" panose="020B0604030504040204" pitchFamily="34" charset="0"/>
            <a:cs typeface="Tahoma" panose="020B0604030504040204" pitchFamily="34" charset="0"/>
          </a:endParaRPr>
        </a:p>
      </dsp:txBody>
      <dsp:txXfrm rot="5400000">
        <a:off x="9657157" y="864095"/>
        <a:ext cx="1495976" cy="259228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AEA285-13BB-4400-BB07-8012356EE2F6}">
      <dsp:nvSpPr>
        <dsp:cNvPr id="0" name=""/>
        <dsp:cNvSpPr/>
      </dsp:nvSpPr>
      <dsp:spPr>
        <a:xfrm>
          <a:off x="0" y="1188131"/>
          <a:ext cx="10945216" cy="1584176"/>
        </a:xfrm>
        <a:prstGeom prst="notchedRightArrow">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318BBA-3341-4799-9F83-950002297CCF}">
      <dsp:nvSpPr>
        <dsp:cNvPr id="0" name=""/>
        <dsp:cNvSpPr/>
      </dsp:nvSpPr>
      <dsp:spPr>
        <a:xfrm>
          <a:off x="2705" y="0"/>
          <a:ext cx="1575245" cy="158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vi-VN" sz="2000" kern="1200"/>
            <a:t>Ràng buộc về giờ bận của giáo viên</a:t>
          </a:r>
          <a:endParaRPr lang="en-GB" sz="2000" kern="1200"/>
        </a:p>
      </dsp:txBody>
      <dsp:txXfrm>
        <a:off x="2705" y="0"/>
        <a:ext cx="1575245" cy="1584176"/>
      </dsp:txXfrm>
    </dsp:sp>
    <dsp:sp modelId="{5EB2741A-BD8A-4A0B-B2BD-656CC92E3FDD}">
      <dsp:nvSpPr>
        <dsp:cNvPr id="0" name=""/>
        <dsp:cNvSpPr/>
      </dsp:nvSpPr>
      <dsp:spPr>
        <a:xfrm>
          <a:off x="592306" y="1782198"/>
          <a:ext cx="396044" cy="396044"/>
        </a:xfrm>
        <a:prstGeom prst="ellipse">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D112F4-0B6E-4531-B569-1764757F9B78}">
      <dsp:nvSpPr>
        <dsp:cNvPr id="0" name=""/>
        <dsp:cNvSpPr/>
      </dsp:nvSpPr>
      <dsp:spPr>
        <a:xfrm>
          <a:off x="1656713" y="2376263"/>
          <a:ext cx="1575245" cy="158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0" lvl="0" indent="0" algn="ctr" defTabSz="889000">
            <a:lnSpc>
              <a:spcPct val="90000"/>
            </a:lnSpc>
            <a:spcBef>
              <a:spcPct val="0"/>
            </a:spcBef>
            <a:spcAft>
              <a:spcPct val="35000"/>
            </a:spcAft>
            <a:buNone/>
          </a:pPr>
          <a:r>
            <a:rPr lang="vi-VN" sz="2000" kern="1200"/>
            <a:t>Ràng buộc số tiết học liên tiếp tối thiểu và tối đa</a:t>
          </a:r>
          <a:endParaRPr lang="en-GB" sz="2000" kern="1200"/>
        </a:p>
      </dsp:txBody>
      <dsp:txXfrm>
        <a:off x="1656713" y="2376263"/>
        <a:ext cx="1575245" cy="1584176"/>
      </dsp:txXfrm>
    </dsp:sp>
    <dsp:sp modelId="{C6632072-84A7-498D-B762-AA188EE67CD0}">
      <dsp:nvSpPr>
        <dsp:cNvPr id="0" name=""/>
        <dsp:cNvSpPr/>
      </dsp:nvSpPr>
      <dsp:spPr>
        <a:xfrm>
          <a:off x="2246313" y="1782198"/>
          <a:ext cx="396044" cy="396044"/>
        </a:xfrm>
        <a:prstGeom prst="ellipse">
          <a:avLst/>
        </a:prstGeom>
        <a:solidFill>
          <a:schemeClr val="accent4">
            <a:hueOff val="188664"/>
            <a:satOff val="1401"/>
            <a:lumOff val="313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BC994D-F20E-44CB-A5DC-23846F09E5A2}">
      <dsp:nvSpPr>
        <dsp:cNvPr id="0" name=""/>
        <dsp:cNvSpPr/>
      </dsp:nvSpPr>
      <dsp:spPr>
        <a:xfrm>
          <a:off x="3310720" y="0"/>
          <a:ext cx="1575245" cy="158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vi-VN" sz="2000" kern="1200"/>
            <a:t>Ràng buộc về việc học cách ngày giữa các tiết giảng</a:t>
          </a:r>
          <a:endParaRPr lang="en-GB" sz="2000" kern="1200"/>
        </a:p>
      </dsp:txBody>
      <dsp:txXfrm>
        <a:off x="3310720" y="0"/>
        <a:ext cx="1575245" cy="1584176"/>
      </dsp:txXfrm>
    </dsp:sp>
    <dsp:sp modelId="{18D1F187-2A56-4075-A9DA-B613A9D1EAFC}">
      <dsp:nvSpPr>
        <dsp:cNvPr id="0" name=""/>
        <dsp:cNvSpPr/>
      </dsp:nvSpPr>
      <dsp:spPr>
        <a:xfrm>
          <a:off x="3900321" y="1782198"/>
          <a:ext cx="396044" cy="396044"/>
        </a:xfrm>
        <a:prstGeom prst="ellipse">
          <a:avLst/>
        </a:prstGeom>
        <a:solidFill>
          <a:schemeClr val="accent4">
            <a:hueOff val="377328"/>
            <a:satOff val="2803"/>
            <a:lumOff val="627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001C69-446E-47DA-B9DB-B0786C3FDB2F}">
      <dsp:nvSpPr>
        <dsp:cNvPr id="0" name=""/>
        <dsp:cNvSpPr/>
      </dsp:nvSpPr>
      <dsp:spPr>
        <a:xfrm>
          <a:off x="4964728" y="2376263"/>
          <a:ext cx="1575245" cy="158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0" lvl="0" indent="0" algn="ctr" defTabSz="889000">
            <a:lnSpc>
              <a:spcPct val="90000"/>
            </a:lnSpc>
            <a:spcBef>
              <a:spcPct val="0"/>
            </a:spcBef>
            <a:spcAft>
              <a:spcPct val="35000"/>
            </a:spcAft>
            <a:buNone/>
          </a:pPr>
          <a:r>
            <a:rPr lang="vi-VN" sz="2000" kern="1200"/>
            <a:t>Ràng buộc độ nén lịch dạy của giáo viên</a:t>
          </a:r>
          <a:endParaRPr lang="en-GB" sz="2000" kern="1200"/>
        </a:p>
      </dsp:txBody>
      <dsp:txXfrm>
        <a:off x="4964728" y="2376263"/>
        <a:ext cx="1575245" cy="1584176"/>
      </dsp:txXfrm>
    </dsp:sp>
    <dsp:sp modelId="{AEECDD26-5392-4D63-8B39-4039B54D5CD8}">
      <dsp:nvSpPr>
        <dsp:cNvPr id="0" name=""/>
        <dsp:cNvSpPr/>
      </dsp:nvSpPr>
      <dsp:spPr>
        <a:xfrm>
          <a:off x="5554328" y="1782198"/>
          <a:ext cx="396044" cy="396044"/>
        </a:xfrm>
        <a:prstGeom prst="ellipse">
          <a:avLst/>
        </a:prstGeom>
        <a:solidFill>
          <a:schemeClr val="accent4">
            <a:hueOff val="565993"/>
            <a:satOff val="4204"/>
            <a:lumOff val="941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9F75A67-EFE7-49A6-AAD0-927B71BBABA5}">
      <dsp:nvSpPr>
        <dsp:cNvPr id="0" name=""/>
        <dsp:cNvSpPr/>
      </dsp:nvSpPr>
      <dsp:spPr>
        <a:xfrm>
          <a:off x="6618735" y="0"/>
          <a:ext cx="1575245" cy="158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vi-VN" sz="2000" kern="1200"/>
            <a:t>Ràng buộc về số môn học tối đa trong mỗi buổi</a:t>
          </a:r>
          <a:endParaRPr lang="en-GB" sz="2000" kern="1200"/>
        </a:p>
      </dsp:txBody>
      <dsp:txXfrm>
        <a:off x="6618735" y="0"/>
        <a:ext cx="1575245" cy="1584176"/>
      </dsp:txXfrm>
    </dsp:sp>
    <dsp:sp modelId="{C069C374-C7A8-40EC-A29E-2439F6A96DB1}">
      <dsp:nvSpPr>
        <dsp:cNvPr id="0" name=""/>
        <dsp:cNvSpPr/>
      </dsp:nvSpPr>
      <dsp:spPr>
        <a:xfrm>
          <a:off x="7208336" y="1782198"/>
          <a:ext cx="396044" cy="396044"/>
        </a:xfrm>
        <a:prstGeom prst="ellipse">
          <a:avLst/>
        </a:prstGeom>
        <a:solidFill>
          <a:schemeClr val="accent4">
            <a:hueOff val="754657"/>
            <a:satOff val="5606"/>
            <a:lumOff val="1254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2D5E80-283B-469F-8427-43F38AA05A4F}">
      <dsp:nvSpPr>
        <dsp:cNvPr id="0" name=""/>
        <dsp:cNvSpPr/>
      </dsp:nvSpPr>
      <dsp:spPr>
        <a:xfrm>
          <a:off x="8272743" y="2376263"/>
          <a:ext cx="1575245" cy="158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0" lvl="0" indent="0" algn="ctr" defTabSz="889000">
            <a:lnSpc>
              <a:spcPct val="90000"/>
            </a:lnSpc>
            <a:spcBef>
              <a:spcPct val="0"/>
            </a:spcBef>
            <a:spcAft>
              <a:spcPct val="35000"/>
            </a:spcAft>
            <a:buNone/>
          </a:pPr>
          <a:r>
            <a:rPr lang="vi-VN" sz="2000" kern="1200"/>
            <a:t>Ràng buộc số tiết tối thiểu trong một buổi</a:t>
          </a:r>
          <a:endParaRPr lang="en-GB" sz="2000" kern="1200"/>
        </a:p>
      </dsp:txBody>
      <dsp:txXfrm>
        <a:off x="8272743" y="2376263"/>
        <a:ext cx="1575245" cy="1584176"/>
      </dsp:txXfrm>
    </dsp:sp>
    <dsp:sp modelId="{1AE6CA49-9E6B-463E-A8A6-6A576292B216}">
      <dsp:nvSpPr>
        <dsp:cNvPr id="0" name=""/>
        <dsp:cNvSpPr/>
      </dsp:nvSpPr>
      <dsp:spPr>
        <a:xfrm>
          <a:off x="8862344" y="1782198"/>
          <a:ext cx="396044" cy="396044"/>
        </a:xfrm>
        <a:prstGeom prst="ellipse">
          <a:avLst/>
        </a:prstGeom>
        <a:solidFill>
          <a:schemeClr val="accent4">
            <a:hueOff val="943321"/>
            <a:satOff val="7007"/>
            <a:lumOff val="1568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2652CD-BB90-4E10-94A2-B33D1A2C7FFC}">
      <dsp:nvSpPr>
        <dsp:cNvPr id="0" name=""/>
        <dsp:cNvSpPr/>
      </dsp:nvSpPr>
      <dsp:spPr>
        <a:xfrm>
          <a:off x="0" y="3127676"/>
          <a:ext cx="10369152" cy="1026573"/>
        </a:xfrm>
        <a:prstGeom prst="rect">
          <a:avLst/>
        </a:prstGeom>
        <a:gradFill rotWithShape="0">
          <a:gsLst>
            <a:gs pos="0">
              <a:schemeClr val="accent4">
                <a:hueOff val="0"/>
                <a:satOff val="0"/>
                <a:lumOff val="0"/>
                <a:alphaOff val="0"/>
                <a:tint val="65000"/>
                <a:shade val="92000"/>
                <a:satMod val="130000"/>
              </a:schemeClr>
            </a:gs>
            <a:gs pos="45000">
              <a:schemeClr val="accent4">
                <a:hueOff val="0"/>
                <a:satOff val="0"/>
                <a:lumOff val="0"/>
                <a:alphaOff val="0"/>
                <a:tint val="60000"/>
                <a:shade val="99000"/>
                <a:satMod val="120000"/>
              </a:schemeClr>
            </a:gs>
            <a:gs pos="100000">
              <a:schemeClr val="accent4">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vi-VN" sz="2000" kern="1200">
              <a:latin typeface="+mj-lt"/>
            </a:rPr>
            <a:t>Mô hình tổng quát của </a:t>
          </a:r>
          <a:r>
            <a:rPr lang="en-US" sz="2000" kern="1200">
              <a:latin typeface="Times New Roman" panose="02020603050405020304" pitchFamily="18" charset="0"/>
              <a:cs typeface="Times New Roman" panose="02020603050405020304" pitchFamily="18" charset="0"/>
            </a:rPr>
            <a:t>giải thuật di truyền</a:t>
          </a:r>
          <a:r>
            <a:rPr lang="vi-VN" sz="2000" kern="1200">
              <a:latin typeface="Times New Roman" panose="02020603050405020304" pitchFamily="18" charset="0"/>
              <a:cs typeface="Times New Roman" panose="02020603050405020304" pitchFamily="18" charset="0"/>
            </a:rPr>
            <a:t> </a:t>
          </a:r>
          <a:r>
            <a:rPr lang="vi-VN" sz="2000" kern="1200">
              <a:latin typeface="+mj-lt"/>
            </a:rPr>
            <a:t>cho bài toán TKB được thiết kế để phản ánh đúng bản chất phức tạp của dữ liệu giáo dục, nơi tồn tại đồng thời ràng buộc cứng (hard constraints) tuyệt đối và ràng buộc mềm (soft constraints) mang tính định hướng chất lượng.</a:t>
          </a:r>
          <a:endParaRPr lang="en-GB" sz="2000" kern="1200">
            <a:latin typeface="+mj-lt"/>
          </a:endParaRPr>
        </a:p>
      </dsp:txBody>
      <dsp:txXfrm>
        <a:off x="0" y="3127676"/>
        <a:ext cx="10369152" cy="1026573"/>
      </dsp:txXfrm>
    </dsp:sp>
    <dsp:sp modelId="{AAB4CD1A-00E3-42DE-8C3D-7F6113284ACD}">
      <dsp:nvSpPr>
        <dsp:cNvPr id="0" name=""/>
        <dsp:cNvSpPr/>
      </dsp:nvSpPr>
      <dsp:spPr>
        <a:xfrm rot="10800000">
          <a:off x="0" y="1564205"/>
          <a:ext cx="10369152" cy="1578869"/>
        </a:xfrm>
        <a:prstGeom prst="upArrowCallout">
          <a:avLst/>
        </a:prstGeom>
        <a:gradFill rotWithShape="0">
          <a:gsLst>
            <a:gs pos="0">
              <a:schemeClr val="accent4">
                <a:hueOff val="471660"/>
                <a:satOff val="3503"/>
                <a:lumOff val="7843"/>
                <a:alphaOff val="0"/>
                <a:tint val="65000"/>
                <a:shade val="92000"/>
                <a:satMod val="130000"/>
              </a:schemeClr>
            </a:gs>
            <a:gs pos="45000">
              <a:schemeClr val="accent4">
                <a:hueOff val="471660"/>
                <a:satOff val="3503"/>
                <a:lumOff val="7843"/>
                <a:alphaOff val="0"/>
                <a:tint val="60000"/>
                <a:shade val="99000"/>
                <a:satMod val="120000"/>
              </a:schemeClr>
            </a:gs>
            <a:gs pos="100000">
              <a:schemeClr val="accent4">
                <a:hueOff val="471660"/>
                <a:satOff val="3503"/>
                <a:lumOff val="7843"/>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vi-VN" sz="2000" kern="1200">
              <a:latin typeface="+mj-lt"/>
            </a:rPr>
            <a:t>Trong trường hợp cụ thể này, </a:t>
          </a:r>
          <a:r>
            <a:rPr lang="en-US" sz="2000" kern="1200">
              <a:latin typeface="Times New Roman" panose="02020603050405020304" pitchFamily="18" charset="0"/>
              <a:cs typeface="Times New Roman" panose="02020603050405020304" pitchFamily="18" charset="0"/>
            </a:rPr>
            <a:t>giải thuật di truyền</a:t>
          </a:r>
          <a:r>
            <a:rPr lang="vi-VN" sz="2000" kern="1200">
              <a:latin typeface="Times New Roman" panose="02020603050405020304" pitchFamily="18" charset="0"/>
              <a:cs typeface="Times New Roman" panose="02020603050405020304" pitchFamily="18" charset="0"/>
            </a:rPr>
            <a:t> </a:t>
          </a:r>
          <a:r>
            <a:rPr lang="vi-VN" sz="2000" kern="1200">
              <a:latin typeface="+mj-lt"/>
            </a:rPr>
            <a:t>không chỉ được xem như một công cụ tối ưu hóa, mà còn như một khung mô hình hóa mang tính hệ thống, cho phép giải quyết một không gian nghiệm khổng lồ với hàng triệu tổ hợp khả dĩ mà các phương pháp duyệt toàn bộ không thể tiếp cận được. </a:t>
          </a:r>
          <a:endParaRPr lang="en-GB" sz="2000" kern="1200">
            <a:latin typeface="+mj-lt"/>
          </a:endParaRPr>
        </a:p>
      </dsp:txBody>
      <dsp:txXfrm rot="10800000">
        <a:off x="0" y="1564205"/>
        <a:ext cx="10369152" cy="1025902"/>
      </dsp:txXfrm>
    </dsp:sp>
    <dsp:sp modelId="{2377C091-EC38-4B6B-B364-431900373D72}">
      <dsp:nvSpPr>
        <dsp:cNvPr id="0" name=""/>
        <dsp:cNvSpPr/>
      </dsp:nvSpPr>
      <dsp:spPr>
        <a:xfrm rot="10800000">
          <a:off x="0" y="734"/>
          <a:ext cx="10369152" cy="1578869"/>
        </a:xfrm>
        <a:prstGeom prst="upArrowCallout">
          <a:avLst/>
        </a:prstGeom>
        <a:gradFill rotWithShape="0">
          <a:gsLst>
            <a:gs pos="0">
              <a:schemeClr val="accent4">
                <a:hueOff val="943321"/>
                <a:satOff val="7007"/>
                <a:lumOff val="15686"/>
                <a:alphaOff val="0"/>
                <a:tint val="65000"/>
                <a:shade val="92000"/>
                <a:satMod val="130000"/>
              </a:schemeClr>
            </a:gs>
            <a:gs pos="45000">
              <a:schemeClr val="accent4">
                <a:hueOff val="943321"/>
                <a:satOff val="7007"/>
                <a:lumOff val="15686"/>
                <a:alphaOff val="0"/>
                <a:tint val="60000"/>
                <a:shade val="99000"/>
                <a:satMod val="120000"/>
              </a:schemeClr>
            </a:gs>
            <a:gs pos="100000">
              <a:schemeClr val="accent4">
                <a:hueOff val="943321"/>
                <a:satOff val="7007"/>
                <a:lumOff val="15686"/>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vi-VN" sz="2000" kern="1200">
              <a:latin typeface="+mj-lt"/>
            </a:rPr>
            <a:t>Giải thuật di truyền được áp dụng rộng rãi trong các bài toán tối ưu tổ hợp, và bài toán sắp xếp thời khóa biểu là một minh chứng điển hình cho tính hiệu quả cũng như khả năng thích ứng linh hoạt của nó. </a:t>
          </a:r>
          <a:endParaRPr lang="en-GB" sz="2000" kern="1200">
            <a:latin typeface="+mj-lt"/>
          </a:endParaRPr>
        </a:p>
      </dsp:txBody>
      <dsp:txXfrm rot="10800000">
        <a:off x="0" y="734"/>
        <a:ext cx="10369152" cy="102590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0AD0D7-9872-49F1-8023-EC62EE1FA509}">
      <dsp:nvSpPr>
        <dsp:cNvPr id="0" name=""/>
        <dsp:cNvSpPr/>
      </dsp:nvSpPr>
      <dsp:spPr>
        <a:xfrm rot="5400000">
          <a:off x="223978" y="2318331"/>
          <a:ext cx="664172" cy="1105167"/>
        </a:xfrm>
        <a:prstGeom prst="corner">
          <a:avLst>
            <a:gd name="adj1" fmla="val 16120"/>
            <a:gd name="adj2" fmla="val 16110"/>
          </a:avLst>
        </a:prstGeom>
        <a:solidFill>
          <a:schemeClr val="accent1">
            <a:shade val="50000"/>
            <a:hueOff val="0"/>
            <a:satOff val="0"/>
            <a:lumOff val="0"/>
            <a:alphaOff val="0"/>
          </a:schemeClr>
        </a:solidFill>
        <a:ln w="15875" cap="flat" cmpd="sng" algn="ctr">
          <a:solidFill>
            <a:schemeClr val="accent1">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8B6127-BBA7-4A1C-AB6C-30AE03F6EA14}">
      <dsp:nvSpPr>
        <dsp:cNvPr id="0" name=""/>
        <dsp:cNvSpPr/>
      </dsp:nvSpPr>
      <dsp:spPr>
        <a:xfrm>
          <a:off x="113111" y="2648538"/>
          <a:ext cx="997751" cy="87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nl-NL" sz="2400" kern="1200">
              <a:latin typeface="Times New Roman (Headings)"/>
            </a:rPr>
            <a:t>Khời tạo quần thể</a:t>
          </a:r>
          <a:endParaRPr lang="en-US" sz="2400" kern="1200" dirty="0">
            <a:latin typeface="Times New Roman (Headings)"/>
          </a:endParaRPr>
        </a:p>
      </dsp:txBody>
      <dsp:txXfrm>
        <a:off x="113111" y="2648538"/>
        <a:ext cx="997751" cy="874587"/>
      </dsp:txXfrm>
    </dsp:sp>
    <dsp:sp modelId="{036B5D4A-8621-4F19-89DF-DF6D40D09F05}">
      <dsp:nvSpPr>
        <dsp:cNvPr id="0" name=""/>
        <dsp:cNvSpPr/>
      </dsp:nvSpPr>
      <dsp:spPr>
        <a:xfrm>
          <a:off x="922608" y="2236967"/>
          <a:ext cx="188255" cy="188255"/>
        </a:xfrm>
        <a:prstGeom prst="triangle">
          <a:avLst>
            <a:gd name="adj" fmla="val 100000"/>
          </a:avLst>
        </a:prstGeom>
        <a:solidFill>
          <a:schemeClr val="accent1">
            <a:shade val="50000"/>
            <a:hueOff val="-115945"/>
            <a:satOff val="-3185"/>
            <a:lumOff val="7326"/>
            <a:alphaOff val="0"/>
          </a:schemeClr>
        </a:solidFill>
        <a:ln w="15875" cap="flat" cmpd="sng" algn="ctr">
          <a:solidFill>
            <a:schemeClr val="accent1">
              <a:shade val="50000"/>
              <a:hueOff val="-115945"/>
              <a:satOff val="-3185"/>
              <a:lumOff val="732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BBCBD4-2B67-4420-8486-B2EAD56FF7E1}">
      <dsp:nvSpPr>
        <dsp:cNvPr id="0" name=""/>
        <dsp:cNvSpPr/>
      </dsp:nvSpPr>
      <dsp:spPr>
        <a:xfrm rot="5400000">
          <a:off x="1445421" y="2016084"/>
          <a:ext cx="664172" cy="1105167"/>
        </a:xfrm>
        <a:prstGeom prst="corner">
          <a:avLst>
            <a:gd name="adj1" fmla="val 16120"/>
            <a:gd name="adj2" fmla="val 16110"/>
          </a:avLst>
        </a:prstGeom>
        <a:solidFill>
          <a:schemeClr val="accent1">
            <a:shade val="50000"/>
            <a:hueOff val="-231890"/>
            <a:satOff val="-6371"/>
            <a:lumOff val="14652"/>
            <a:alphaOff val="0"/>
          </a:schemeClr>
        </a:solidFill>
        <a:ln w="15875" cap="flat" cmpd="sng" algn="ctr">
          <a:solidFill>
            <a:schemeClr val="accent1">
              <a:shade val="50000"/>
              <a:hueOff val="-231890"/>
              <a:satOff val="-6371"/>
              <a:lumOff val="1465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25B17D-0B9D-4C67-82C8-40F6FE967B67}">
      <dsp:nvSpPr>
        <dsp:cNvPr id="0" name=""/>
        <dsp:cNvSpPr/>
      </dsp:nvSpPr>
      <dsp:spPr>
        <a:xfrm>
          <a:off x="1334554" y="2346291"/>
          <a:ext cx="997751" cy="87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nl-NL" sz="2400" kern="1200">
              <a:latin typeface="Times New Roman (Headings)"/>
            </a:rPr>
            <a:t>Hàm thích nghi</a:t>
          </a:r>
          <a:endParaRPr lang="en-US" sz="2400" kern="1200" dirty="0">
            <a:latin typeface="Times New Roman (Headings)"/>
          </a:endParaRPr>
        </a:p>
      </dsp:txBody>
      <dsp:txXfrm>
        <a:off x="1334554" y="2346291"/>
        <a:ext cx="997751" cy="874587"/>
      </dsp:txXfrm>
    </dsp:sp>
    <dsp:sp modelId="{7BF1F820-1275-4122-ABD7-652B33E32AE1}">
      <dsp:nvSpPr>
        <dsp:cNvPr id="0" name=""/>
        <dsp:cNvSpPr/>
      </dsp:nvSpPr>
      <dsp:spPr>
        <a:xfrm>
          <a:off x="2144051" y="1934720"/>
          <a:ext cx="188255" cy="188255"/>
        </a:xfrm>
        <a:prstGeom prst="triangle">
          <a:avLst>
            <a:gd name="adj" fmla="val 100000"/>
          </a:avLst>
        </a:prstGeom>
        <a:solidFill>
          <a:schemeClr val="accent1">
            <a:shade val="50000"/>
            <a:hueOff val="-347834"/>
            <a:satOff val="-9556"/>
            <a:lumOff val="21978"/>
            <a:alphaOff val="0"/>
          </a:schemeClr>
        </a:solidFill>
        <a:ln w="15875" cap="flat" cmpd="sng" algn="ctr">
          <a:solidFill>
            <a:schemeClr val="accent1">
              <a:shade val="50000"/>
              <a:hueOff val="-347834"/>
              <a:satOff val="-9556"/>
              <a:lumOff val="2197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1A0170-2D87-4A58-891B-3B20B644CE52}">
      <dsp:nvSpPr>
        <dsp:cNvPr id="0" name=""/>
        <dsp:cNvSpPr/>
      </dsp:nvSpPr>
      <dsp:spPr>
        <a:xfrm rot="5400000">
          <a:off x="2666864" y="1713836"/>
          <a:ext cx="664172" cy="1105167"/>
        </a:xfrm>
        <a:prstGeom prst="corner">
          <a:avLst>
            <a:gd name="adj1" fmla="val 16120"/>
            <a:gd name="adj2" fmla="val 16110"/>
          </a:avLst>
        </a:prstGeom>
        <a:solidFill>
          <a:schemeClr val="accent1">
            <a:shade val="50000"/>
            <a:hueOff val="-463779"/>
            <a:satOff val="-12742"/>
            <a:lumOff val="29305"/>
            <a:alphaOff val="0"/>
          </a:schemeClr>
        </a:solidFill>
        <a:ln w="15875" cap="flat" cmpd="sng" algn="ctr">
          <a:solidFill>
            <a:schemeClr val="accent1">
              <a:shade val="50000"/>
              <a:hueOff val="-463779"/>
              <a:satOff val="-12742"/>
              <a:lumOff val="2930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A7EF0A-68F0-485A-995A-5CCCD0601C4C}">
      <dsp:nvSpPr>
        <dsp:cNvPr id="0" name=""/>
        <dsp:cNvSpPr/>
      </dsp:nvSpPr>
      <dsp:spPr>
        <a:xfrm>
          <a:off x="2555997" y="2044044"/>
          <a:ext cx="997751" cy="87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a:latin typeface="Times New Roman (Headings)"/>
            </a:rPr>
            <a:t>Chọn lọc</a:t>
          </a:r>
          <a:endParaRPr lang="en-US" sz="2400" kern="1200" dirty="0">
            <a:latin typeface="Times New Roman (Headings)"/>
          </a:endParaRPr>
        </a:p>
      </dsp:txBody>
      <dsp:txXfrm>
        <a:off x="2555997" y="2044044"/>
        <a:ext cx="997751" cy="874587"/>
      </dsp:txXfrm>
    </dsp:sp>
    <dsp:sp modelId="{560BB72D-3D9C-48EA-BD69-DB5BD635BE85}">
      <dsp:nvSpPr>
        <dsp:cNvPr id="0" name=""/>
        <dsp:cNvSpPr/>
      </dsp:nvSpPr>
      <dsp:spPr>
        <a:xfrm>
          <a:off x="3365494" y="1632473"/>
          <a:ext cx="188255" cy="188255"/>
        </a:xfrm>
        <a:prstGeom prst="triangle">
          <a:avLst>
            <a:gd name="adj" fmla="val 100000"/>
          </a:avLst>
        </a:prstGeom>
        <a:solidFill>
          <a:schemeClr val="accent1">
            <a:shade val="50000"/>
            <a:hueOff val="-579724"/>
            <a:satOff val="-15927"/>
            <a:lumOff val="36631"/>
            <a:alphaOff val="0"/>
          </a:schemeClr>
        </a:solidFill>
        <a:ln w="15875" cap="flat" cmpd="sng" algn="ctr">
          <a:solidFill>
            <a:schemeClr val="accent1">
              <a:shade val="50000"/>
              <a:hueOff val="-579724"/>
              <a:satOff val="-15927"/>
              <a:lumOff val="3663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F1CFBF-12ED-496E-BCF4-56F487A227B1}">
      <dsp:nvSpPr>
        <dsp:cNvPr id="0" name=""/>
        <dsp:cNvSpPr/>
      </dsp:nvSpPr>
      <dsp:spPr>
        <a:xfrm rot="5400000">
          <a:off x="3888307" y="1411589"/>
          <a:ext cx="664172" cy="1105167"/>
        </a:xfrm>
        <a:prstGeom prst="corner">
          <a:avLst>
            <a:gd name="adj1" fmla="val 16120"/>
            <a:gd name="adj2" fmla="val 16110"/>
          </a:avLst>
        </a:prstGeom>
        <a:solidFill>
          <a:schemeClr val="accent1">
            <a:shade val="50000"/>
            <a:hueOff val="-695669"/>
            <a:satOff val="-19112"/>
            <a:lumOff val="43957"/>
            <a:alphaOff val="0"/>
          </a:schemeClr>
        </a:solidFill>
        <a:ln w="15875" cap="flat" cmpd="sng" algn="ctr">
          <a:solidFill>
            <a:schemeClr val="accent1">
              <a:shade val="50000"/>
              <a:hueOff val="-695669"/>
              <a:satOff val="-19112"/>
              <a:lumOff val="4395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F58673-C9D9-47E5-86C7-2507FFD8A434}">
      <dsp:nvSpPr>
        <dsp:cNvPr id="0" name=""/>
        <dsp:cNvSpPr/>
      </dsp:nvSpPr>
      <dsp:spPr>
        <a:xfrm>
          <a:off x="3777440" y="1741796"/>
          <a:ext cx="997751" cy="87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nl-NL" sz="2400" kern="1200">
              <a:latin typeface="Times New Roman (Headings)"/>
            </a:rPr>
            <a:t>Lai ghép</a:t>
          </a:r>
          <a:endParaRPr lang="en-US" sz="2400" kern="1200" dirty="0">
            <a:latin typeface="Times New Roman (Headings)"/>
          </a:endParaRPr>
        </a:p>
      </dsp:txBody>
      <dsp:txXfrm>
        <a:off x="3777440" y="1741796"/>
        <a:ext cx="997751" cy="874587"/>
      </dsp:txXfrm>
    </dsp:sp>
    <dsp:sp modelId="{28711D7E-D9A9-4EFA-869E-CA21E1B8EB45}">
      <dsp:nvSpPr>
        <dsp:cNvPr id="0" name=""/>
        <dsp:cNvSpPr/>
      </dsp:nvSpPr>
      <dsp:spPr>
        <a:xfrm>
          <a:off x="4586937" y="1330226"/>
          <a:ext cx="188255" cy="188255"/>
        </a:xfrm>
        <a:prstGeom prst="triangle">
          <a:avLst>
            <a:gd name="adj" fmla="val 100000"/>
          </a:avLst>
        </a:prstGeom>
        <a:solidFill>
          <a:schemeClr val="accent1">
            <a:shade val="50000"/>
            <a:hueOff val="-695669"/>
            <a:satOff val="-19112"/>
            <a:lumOff val="43957"/>
            <a:alphaOff val="0"/>
          </a:schemeClr>
        </a:solidFill>
        <a:ln w="15875" cap="flat" cmpd="sng" algn="ctr">
          <a:solidFill>
            <a:schemeClr val="accent1">
              <a:shade val="50000"/>
              <a:hueOff val="-695669"/>
              <a:satOff val="-19112"/>
              <a:lumOff val="4395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26F6D7-81E7-4207-909E-6F5C213F487E}">
      <dsp:nvSpPr>
        <dsp:cNvPr id="0" name=""/>
        <dsp:cNvSpPr/>
      </dsp:nvSpPr>
      <dsp:spPr>
        <a:xfrm rot="5400000">
          <a:off x="5109750" y="1109342"/>
          <a:ext cx="664172" cy="1105167"/>
        </a:xfrm>
        <a:prstGeom prst="corner">
          <a:avLst>
            <a:gd name="adj1" fmla="val 16120"/>
            <a:gd name="adj2" fmla="val 16110"/>
          </a:avLst>
        </a:prstGeom>
        <a:solidFill>
          <a:schemeClr val="accent1">
            <a:shade val="50000"/>
            <a:hueOff val="-579724"/>
            <a:satOff val="-15927"/>
            <a:lumOff val="36631"/>
            <a:alphaOff val="0"/>
          </a:schemeClr>
        </a:solidFill>
        <a:ln w="15875" cap="flat" cmpd="sng" algn="ctr">
          <a:solidFill>
            <a:schemeClr val="accent1">
              <a:shade val="50000"/>
              <a:hueOff val="-579724"/>
              <a:satOff val="-15927"/>
              <a:lumOff val="3663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9E9541-D86D-4BC1-88A8-D3D5AECB6511}">
      <dsp:nvSpPr>
        <dsp:cNvPr id="0" name=""/>
        <dsp:cNvSpPr/>
      </dsp:nvSpPr>
      <dsp:spPr>
        <a:xfrm>
          <a:off x="4998883" y="1439549"/>
          <a:ext cx="997751" cy="87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a:latin typeface="Times New Roman (Headings)"/>
            </a:rPr>
            <a:t>Đột biến</a:t>
          </a:r>
          <a:endParaRPr lang="en-US" sz="2400" kern="1200" dirty="0">
            <a:latin typeface="Times New Roman (Headings)"/>
          </a:endParaRPr>
        </a:p>
      </dsp:txBody>
      <dsp:txXfrm>
        <a:off x="4998883" y="1439549"/>
        <a:ext cx="997751" cy="874587"/>
      </dsp:txXfrm>
    </dsp:sp>
    <dsp:sp modelId="{86BE59E8-395E-4928-A293-B609C4A37690}">
      <dsp:nvSpPr>
        <dsp:cNvPr id="0" name=""/>
        <dsp:cNvSpPr/>
      </dsp:nvSpPr>
      <dsp:spPr>
        <a:xfrm>
          <a:off x="5808380" y="1027978"/>
          <a:ext cx="188255" cy="188255"/>
        </a:xfrm>
        <a:prstGeom prst="triangle">
          <a:avLst>
            <a:gd name="adj" fmla="val 100000"/>
          </a:avLst>
        </a:prstGeom>
        <a:solidFill>
          <a:schemeClr val="accent1">
            <a:shade val="50000"/>
            <a:hueOff val="-463779"/>
            <a:satOff val="-12742"/>
            <a:lumOff val="29305"/>
            <a:alphaOff val="0"/>
          </a:schemeClr>
        </a:solidFill>
        <a:ln w="15875" cap="flat" cmpd="sng" algn="ctr">
          <a:solidFill>
            <a:schemeClr val="accent1">
              <a:shade val="50000"/>
              <a:hueOff val="-463779"/>
              <a:satOff val="-12742"/>
              <a:lumOff val="2930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561A43-2730-4546-9CF2-5A8FFB939CD4}">
      <dsp:nvSpPr>
        <dsp:cNvPr id="0" name=""/>
        <dsp:cNvSpPr/>
      </dsp:nvSpPr>
      <dsp:spPr>
        <a:xfrm rot="5400000">
          <a:off x="6331193" y="807095"/>
          <a:ext cx="664172" cy="1105167"/>
        </a:xfrm>
        <a:prstGeom prst="corner">
          <a:avLst>
            <a:gd name="adj1" fmla="val 16120"/>
            <a:gd name="adj2" fmla="val 16110"/>
          </a:avLst>
        </a:prstGeom>
        <a:solidFill>
          <a:schemeClr val="accent1">
            <a:shade val="50000"/>
            <a:hueOff val="-347834"/>
            <a:satOff val="-9556"/>
            <a:lumOff val="21978"/>
            <a:alphaOff val="0"/>
          </a:schemeClr>
        </a:solidFill>
        <a:ln w="15875" cap="flat" cmpd="sng" algn="ctr">
          <a:solidFill>
            <a:schemeClr val="accent1">
              <a:shade val="50000"/>
              <a:hueOff val="-347834"/>
              <a:satOff val="-9556"/>
              <a:lumOff val="2197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94175D-5941-4465-9C6C-09BC52B2A788}">
      <dsp:nvSpPr>
        <dsp:cNvPr id="0" name=""/>
        <dsp:cNvSpPr/>
      </dsp:nvSpPr>
      <dsp:spPr>
        <a:xfrm>
          <a:off x="6220326" y="1137302"/>
          <a:ext cx="997751" cy="87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a:latin typeface="Times New Roman (Headings)"/>
            </a:rPr>
            <a:t>Bảo tồn cá thể ưu tú</a:t>
          </a:r>
          <a:endParaRPr lang="en-US" sz="2400" kern="1200" dirty="0">
            <a:latin typeface="Times New Roman (Headings)"/>
          </a:endParaRPr>
        </a:p>
      </dsp:txBody>
      <dsp:txXfrm>
        <a:off x="6220326" y="1137302"/>
        <a:ext cx="997751" cy="874587"/>
      </dsp:txXfrm>
    </dsp:sp>
    <dsp:sp modelId="{1D353B2E-CB02-4F91-9FA5-72CC5E3064AB}">
      <dsp:nvSpPr>
        <dsp:cNvPr id="0" name=""/>
        <dsp:cNvSpPr/>
      </dsp:nvSpPr>
      <dsp:spPr>
        <a:xfrm>
          <a:off x="7029822" y="725731"/>
          <a:ext cx="188255" cy="188255"/>
        </a:xfrm>
        <a:prstGeom prst="triangle">
          <a:avLst>
            <a:gd name="adj" fmla="val 100000"/>
          </a:avLst>
        </a:prstGeom>
        <a:solidFill>
          <a:schemeClr val="accent1">
            <a:shade val="50000"/>
            <a:hueOff val="-231890"/>
            <a:satOff val="-6371"/>
            <a:lumOff val="14652"/>
            <a:alphaOff val="0"/>
          </a:schemeClr>
        </a:solidFill>
        <a:ln w="15875" cap="flat" cmpd="sng" algn="ctr">
          <a:solidFill>
            <a:schemeClr val="accent1">
              <a:shade val="50000"/>
              <a:hueOff val="-231890"/>
              <a:satOff val="-6371"/>
              <a:lumOff val="1465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619BB9-1B29-4B7F-A296-F42A61EE6677}">
      <dsp:nvSpPr>
        <dsp:cNvPr id="0" name=""/>
        <dsp:cNvSpPr/>
      </dsp:nvSpPr>
      <dsp:spPr>
        <a:xfrm rot="5400000">
          <a:off x="7552636" y="504847"/>
          <a:ext cx="664172" cy="1105167"/>
        </a:xfrm>
        <a:prstGeom prst="corner">
          <a:avLst>
            <a:gd name="adj1" fmla="val 16120"/>
            <a:gd name="adj2" fmla="val 16110"/>
          </a:avLst>
        </a:prstGeom>
        <a:solidFill>
          <a:schemeClr val="accent1">
            <a:shade val="50000"/>
            <a:hueOff val="-115945"/>
            <a:satOff val="-3185"/>
            <a:lumOff val="7326"/>
            <a:alphaOff val="0"/>
          </a:schemeClr>
        </a:solidFill>
        <a:ln w="15875" cap="flat" cmpd="sng" algn="ctr">
          <a:solidFill>
            <a:schemeClr val="accent1">
              <a:shade val="50000"/>
              <a:hueOff val="-115945"/>
              <a:satOff val="-3185"/>
              <a:lumOff val="732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C0E97C-91C0-4424-BE06-6D8E33921374}">
      <dsp:nvSpPr>
        <dsp:cNvPr id="0" name=""/>
        <dsp:cNvSpPr/>
      </dsp:nvSpPr>
      <dsp:spPr>
        <a:xfrm>
          <a:off x="7441769" y="835055"/>
          <a:ext cx="997751" cy="87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a:latin typeface="Times New Roman (Headings)"/>
            </a:rPr>
            <a:t>Điều kiện dừng</a:t>
          </a:r>
          <a:endParaRPr lang="en-US" sz="2400" kern="1200" dirty="0">
            <a:latin typeface="Times New Roman (Headings)"/>
          </a:endParaRPr>
        </a:p>
      </dsp:txBody>
      <dsp:txXfrm>
        <a:off x="7441769" y="835055"/>
        <a:ext cx="997751" cy="87458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9FD122-5E11-4FF3-8728-710C3DB8717A}">
      <dsp:nvSpPr>
        <dsp:cNvPr id="0" name=""/>
        <dsp:cNvSpPr/>
      </dsp:nvSpPr>
      <dsp:spPr>
        <a:xfrm>
          <a:off x="1106238" y="0"/>
          <a:ext cx="6797555" cy="4248472"/>
        </a:xfrm>
        <a:prstGeom prst="swooshArrow">
          <a:avLst>
            <a:gd name="adj1" fmla="val 25000"/>
            <a:gd name="adj2" fmla="val 25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2E6D94-28FB-4606-B933-5E06322BBB48}">
      <dsp:nvSpPr>
        <dsp:cNvPr id="0" name=""/>
        <dsp:cNvSpPr/>
      </dsp:nvSpPr>
      <dsp:spPr>
        <a:xfrm>
          <a:off x="1775798" y="3159163"/>
          <a:ext cx="156343" cy="156343"/>
        </a:xfrm>
        <a:prstGeom prst="ellipse">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2DE0A8-DCB1-4169-97E0-26DF6D6E1074}">
      <dsp:nvSpPr>
        <dsp:cNvPr id="0" name=""/>
        <dsp:cNvSpPr/>
      </dsp:nvSpPr>
      <dsp:spPr>
        <a:xfrm>
          <a:off x="1853969" y="3237335"/>
          <a:ext cx="890479" cy="1011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843" tIns="0" rIns="0" bIns="0" numCol="1" spcCol="1270" anchor="t" anchorCtr="0">
          <a:noAutofit/>
        </a:bodyPr>
        <a:lstStyle/>
        <a:p>
          <a:pPr marL="0" lvl="0" indent="0" algn="ctr" defTabSz="1066800">
            <a:lnSpc>
              <a:spcPct val="90000"/>
            </a:lnSpc>
            <a:spcBef>
              <a:spcPct val="0"/>
            </a:spcBef>
            <a:spcAft>
              <a:spcPct val="35000"/>
            </a:spcAft>
            <a:buNone/>
          </a:pPr>
          <a:r>
            <a:rPr lang="en-US" sz="2400" kern="1200">
              <a:latin typeface="Times New Roman (Headings)"/>
            </a:rPr>
            <a:t>Toán tử lựa chọn</a:t>
          </a:r>
          <a:endParaRPr lang="en-US" sz="2400" kern="1200" dirty="0">
            <a:latin typeface="Times New Roman (Headings)"/>
          </a:endParaRPr>
        </a:p>
      </dsp:txBody>
      <dsp:txXfrm>
        <a:off x="1853969" y="3237335"/>
        <a:ext cx="890479" cy="1011136"/>
      </dsp:txXfrm>
    </dsp:sp>
    <dsp:sp modelId="{5A6B9992-3A1F-40B8-9D8E-9CA0B0A55B2F}">
      <dsp:nvSpPr>
        <dsp:cNvPr id="0" name=""/>
        <dsp:cNvSpPr/>
      </dsp:nvSpPr>
      <dsp:spPr>
        <a:xfrm>
          <a:off x="2622093" y="2346006"/>
          <a:ext cx="244711" cy="244711"/>
        </a:xfrm>
        <a:prstGeom prst="ellipse">
          <a:avLst/>
        </a:prstGeom>
        <a:solidFill>
          <a:schemeClr val="accent5">
            <a:hueOff val="531780"/>
            <a:satOff val="-5973"/>
            <a:lumOff val="-127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9A1F99-2886-46BD-94BA-1B7857807298}">
      <dsp:nvSpPr>
        <dsp:cNvPr id="0" name=""/>
        <dsp:cNvSpPr/>
      </dsp:nvSpPr>
      <dsp:spPr>
        <a:xfrm>
          <a:off x="2744449" y="2468362"/>
          <a:ext cx="1128394" cy="1780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668" tIns="0" rIns="0" bIns="0" numCol="1" spcCol="1270" anchor="t" anchorCtr="0">
          <a:noAutofit/>
        </a:bodyPr>
        <a:lstStyle/>
        <a:p>
          <a:pPr marL="0" lvl="0" indent="0" algn="ctr" defTabSz="1066800">
            <a:lnSpc>
              <a:spcPct val="90000"/>
            </a:lnSpc>
            <a:spcBef>
              <a:spcPct val="0"/>
            </a:spcBef>
            <a:spcAft>
              <a:spcPct val="35000"/>
            </a:spcAft>
            <a:buNone/>
          </a:pPr>
          <a:r>
            <a:rPr lang="nl-NL" sz="2400" kern="1200">
              <a:latin typeface="Times New Roman (Headings)"/>
            </a:rPr>
            <a:t>Toán tử lai ghép</a:t>
          </a:r>
          <a:endParaRPr lang="en-US" sz="2400" kern="1200" dirty="0">
            <a:latin typeface="Times New Roman (Headings)"/>
          </a:endParaRPr>
        </a:p>
      </dsp:txBody>
      <dsp:txXfrm>
        <a:off x="2744449" y="2468362"/>
        <a:ext cx="1128394" cy="1780109"/>
      </dsp:txXfrm>
    </dsp:sp>
    <dsp:sp modelId="{FC5AE002-ADB6-49D3-97C6-ABB29942FFA4}">
      <dsp:nvSpPr>
        <dsp:cNvPr id="0" name=""/>
        <dsp:cNvSpPr/>
      </dsp:nvSpPr>
      <dsp:spPr>
        <a:xfrm>
          <a:off x="3709702" y="1697689"/>
          <a:ext cx="326282" cy="326282"/>
        </a:xfrm>
        <a:prstGeom prst="ellipse">
          <a:avLst/>
        </a:prstGeom>
        <a:solidFill>
          <a:schemeClr val="accent5">
            <a:hueOff val="1063560"/>
            <a:satOff val="-11946"/>
            <a:lumOff val="-254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8E3759-3528-43A7-8FC7-E82D67943216}">
      <dsp:nvSpPr>
        <dsp:cNvPr id="0" name=""/>
        <dsp:cNvSpPr/>
      </dsp:nvSpPr>
      <dsp:spPr>
        <a:xfrm>
          <a:off x="3872843" y="1860830"/>
          <a:ext cx="1311928" cy="2387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890" tIns="0" rIns="0" bIns="0" numCol="1" spcCol="1270" anchor="t" anchorCtr="0">
          <a:noAutofit/>
        </a:bodyPr>
        <a:lstStyle/>
        <a:p>
          <a:pPr marL="0" lvl="0" indent="0" algn="ctr" defTabSz="1066800">
            <a:lnSpc>
              <a:spcPct val="90000"/>
            </a:lnSpc>
            <a:spcBef>
              <a:spcPct val="0"/>
            </a:spcBef>
            <a:spcAft>
              <a:spcPct val="35000"/>
            </a:spcAft>
            <a:buNone/>
          </a:pPr>
          <a:r>
            <a:rPr lang="nl-NL" sz="2400" kern="1200">
              <a:latin typeface="Times New Roman (Headings)"/>
            </a:rPr>
            <a:t>Toán tử đột biến</a:t>
          </a:r>
          <a:endParaRPr lang="en-US" sz="2400" kern="1200" dirty="0">
            <a:latin typeface="Times New Roman (Headings)"/>
          </a:endParaRPr>
        </a:p>
      </dsp:txBody>
      <dsp:txXfrm>
        <a:off x="3872843" y="1860830"/>
        <a:ext cx="1311928" cy="2387641"/>
      </dsp:txXfrm>
    </dsp:sp>
    <dsp:sp modelId="{70B0465A-6380-4CDE-AF52-DACE18FAB886}">
      <dsp:nvSpPr>
        <dsp:cNvPr id="0" name=""/>
        <dsp:cNvSpPr/>
      </dsp:nvSpPr>
      <dsp:spPr>
        <a:xfrm>
          <a:off x="4974047" y="1191271"/>
          <a:ext cx="421448" cy="421448"/>
        </a:xfrm>
        <a:prstGeom prst="ellipse">
          <a:avLst/>
        </a:prstGeom>
        <a:solidFill>
          <a:schemeClr val="accent5">
            <a:hueOff val="1595340"/>
            <a:satOff val="-17918"/>
            <a:lumOff val="-382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40B291-9D0A-43F2-8D13-C014CC52A3A8}">
      <dsp:nvSpPr>
        <dsp:cNvPr id="0" name=""/>
        <dsp:cNvSpPr/>
      </dsp:nvSpPr>
      <dsp:spPr>
        <a:xfrm>
          <a:off x="5184772" y="1401995"/>
          <a:ext cx="1359511" cy="2846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3317" tIns="0" rIns="0" bIns="0" numCol="1" spcCol="1270" anchor="t" anchorCtr="0">
          <a:noAutofit/>
        </a:bodyPr>
        <a:lstStyle/>
        <a:p>
          <a:pPr marL="0" lvl="0" indent="0" algn="ctr" defTabSz="1066800">
            <a:lnSpc>
              <a:spcPct val="90000"/>
            </a:lnSpc>
            <a:spcBef>
              <a:spcPct val="0"/>
            </a:spcBef>
            <a:spcAft>
              <a:spcPct val="35000"/>
            </a:spcAft>
            <a:buNone/>
          </a:pPr>
          <a:r>
            <a:rPr lang="en-US" sz="2400" kern="1200">
              <a:latin typeface="Times New Roman (Headings)"/>
            </a:rPr>
            <a:t>Toán tử di chuyển</a:t>
          </a:r>
          <a:endParaRPr lang="en-US" sz="2400" kern="1200" dirty="0">
            <a:latin typeface="Times New Roman (Headings)"/>
          </a:endParaRPr>
        </a:p>
      </dsp:txBody>
      <dsp:txXfrm>
        <a:off x="5184772" y="1401995"/>
        <a:ext cx="1359511" cy="2846476"/>
      </dsp:txXfrm>
    </dsp:sp>
    <dsp:sp modelId="{E137DDAA-A788-4AE5-9AED-01E497901822}">
      <dsp:nvSpPr>
        <dsp:cNvPr id="0" name=""/>
        <dsp:cNvSpPr/>
      </dsp:nvSpPr>
      <dsp:spPr>
        <a:xfrm>
          <a:off x="6275779" y="853093"/>
          <a:ext cx="537006" cy="537006"/>
        </a:xfrm>
        <a:prstGeom prst="ellipse">
          <a:avLst/>
        </a:prstGeom>
        <a:solidFill>
          <a:schemeClr val="accent5">
            <a:hueOff val="2127120"/>
            <a:satOff val="-23891"/>
            <a:lumOff val="-509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F5B3D2-1585-4A84-BFCB-26F4B9651BBB}">
      <dsp:nvSpPr>
        <dsp:cNvPr id="0" name=""/>
        <dsp:cNvSpPr/>
      </dsp:nvSpPr>
      <dsp:spPr>
        <a:xfrm>
          <a:off x="6544283" y="1121596"/>
          <a:ext cx="1359511" cy="3126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4549" tIns="0" rIns="0" bIns="0" numCol="1" spcCol="1270" anchor="t" anchorCtr="0">
          <a:noAutofit/>
        </a:bodyPr>
        <a:lstStyle/>
        <a:p>
          <a:pPr marL="0" lvl="0" indent="0" algn="ctr" defTabSz="1066800">
            <a:lnSpc>
              <a:spcPct val="90000"/>
            </a:lnSpc>
            <a:spcBef>
              <a:spcPct val="0"/>
            </a:spcBef>
            <a:spcAft>
              <a:spcPct val="35000"/>
            </a:spcAft>
            <a:buNone/>
          </a:pPr>
          <a:r>
            <a:rPr lang="en-US" sz="2400" kern="1200">
              <a:latin typeface="Times New Roman (Headings)"/>
            </a:rPr>
            <a:t>Toán tử thay thế</a:t>
          </a:r>
          <a:endParaRPr lang="en-US" sz="2400" kern="1200" dirty="0">
            <a:latin typeface="Times New Roman (Headings)"/>
          </a:endParaRPr>
        </a:p>
      </dsp:txBody>
      <dsp:txXfrm>
        <a:off x="6544283" y="1121596"/>
        <a:ext cx="1359511" cy="312687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A6C70A-7C95-4491-BFDC-C921686BA3A7}">
      <dsp:nvSpPr>
        <dsp:cNvPr id="0" name=""/>
        <dsp:cNvSpPr/>
      </dsp:nvSpPr>
      <dsp:spPr>
        <a:xfrm>
          <a:off x="1702914" y="10380"/>
          <a:ext cx="3795662" cy="3795662"/>
        </a:xfrm>
        <a:prstGeom prst="ellipse">
          <a:avLst/>
        </a:prstGeom>
        <a:solidFill>
          <a:schemeClr val="accent1">
            <a:shade val="80000"/>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vi-VN" sz="2100" kern="1200"/>
            <a:t>Các kết quả thử nghiệm thu được từ việc lập trình cài đặt với file thời khóa biểu, nội dung file có các môn học, danh sách giáo viên, thời gian bận. </a:t>
          </a:r>
          <a:endParaRPr lang="en-GB" sz="2100" kern="1200"/>
        </a:p>
      </dsp:txBody>
      <dsp:txXfrm>
        <a:off x="2232939" y="457970"/>
        <a:ext cx="2188490" cy="2900482"/>
      </dsp:txXfrm>
    </dsp:sp>
    <dsp:sp modelId="{2AA88815-E533-4CEC-92A6-998842480114}">
      <dsp:nvSpPr>
        <dsp:cNvPr id="0" name=""/>
        <dsp:cNvSpPr/>
      </dsp:nvSpPr>
      <dsp:spPr>
        <a:xfrm>
          <a:off x="4438527" y="10380"/>
          <a:ext cx="3795662" cy="3795662"/>
        </a:xfrm>
        <a:prstGeom prst="ellipse">
          <a:avLst/>
        </a:prstGeom>
        <a:solidFill>
          <a:schemeClr val="accent1">
            <a:shade val="80000"/>
            <a:alpha val="50000"/>
            <a:hueOff val="-17"/>
            <a:satOff val="-959"/>
            <a:lumOff val="4771"/>
            <a:alphaOff val="3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vi-VN" sz="2100" kern="1200"/>
            <a:t>Dựa vào thông tin đầu vào, người dùng có thể tạo trực tiếp thời khóa biểu ngay trên giao diện demo.</a:t>
          </a:r>
          <a:endParaRPr lang="en-GB" sz="2100" kern="1200"/>
        </a:p>
      </dsp:txBody>
      <dsp:txXfrm>
        <a:off x="5515674" y="457970"/>
        <a:ext cx="2188490" cy="290048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F835CA-AF98-4ADB-81C3-75EDE353C992}">
      <dsp:nvSpPr>
        <dsp:cNvPr id="0" name=""/>
        <dsp:cNvSpPr/>
      </dsp:nvSpPr>
      <dsp:spPr>
        <a:xfrm>
          <a:off x="0" y="9291"/>
          <a:ext cx="10441160" cy="702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i="1" kern="1200">
              <a:latin typeface="Times New Roman" panose="02020603050405020304" pitchFamily="18" charset="0"/>
              <a:cs typeface="Times New Roman" panose="02020603050405020304" pitchFamily="18" charset="0"/>
            </a:rPr>
            <a:t>Đề án đã thực hiện được: </a:t>
          </a:r>
          <a:endParaRPr lang="en-US" sz="3000" kern="1200">
            <a:latin typeface="Times New Roman" panose="02020603050405020304" pitchFamily="18" charset="0"/>
            <a:cs typeface="Times New Roman" panose="02020603050405020304" pitchFamily="18" charset="0"/>
          </a:endParaRPr>
        </a:p>
      </dsp:txBody>
      <dsp:txXfrm>
        <a:off x="34269" y="43560"/>
        <a:ext cx="10372622" cy="633462"/>
      </dsp:txXfrm>
    </dsp:sp>
    <dsp:sp modelId="{C7B6D529-E8F9-4633-990F-AAE975BCE037}">
      <dsp:nvSpPr>
        <dsp:cNvPr id="0" name=""/>
        <dsp:cNvSpPr/>
      </dsp:nvSpPr>
      <dsp:spPr>
        <a:xfrm>
          <a:off x="0" y="711291"/>
          <a:ext cx="10441160" cy="2049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1507"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vi-VN" sz="2300" kern="1200">
              <a:latin typeface="Times New Roman" panose="02020603050405020304" pitchFamily="18" charset="0"/>
              <a:cs typeface="Times New Roman" panose="02020603050405020304" pitchFamily="18" charset="0"/>
            </a:rPr>
            <a:t>Đề tài đã chỉ ra tính cấp thiết của việc ứng dụng giải thuật di truyền vào sắp xếp thời khóa biểu, nhằm tối ưu hóa quy trình phân bổ thời gian và tài nguyên. </a:t>
          </a:r>
          <a:endParaRPr lang="en-US" sz="2300" kern="1200">
            <a:latin typeface="Times New Roman" panose="02020603050405020304" pitchFamily="18" charset="0"/>
            <a:cs typeface="Times New Roman" panose="02020603050405020304" pitchFamily="18" charset="0"/>
          </a:endParaRPr>
        </a:p>
        <a:p>
          <a:pPr marL="228600" lvl="1" indent="-228600" algn="l" defTabSz="1022350">
            <a:lnSpc>
              <a:spcPct val="90000"/>
            </a:lnSpc>
            <a:spcBef>
              <a:spcPct val="0"/>
            </a:spcBef>
            <a:spcAft>
              <a:spcPct val="20000"/>
            </a:spcAft>
            <a:buChar char="•"/>
          </a:pPr>
          <a:r>
            <a:rPr lang="en-US" sz="2300" kern="1200">
              <a:latin typeface="Times New Roman" panose="02020603050405020304" pitchFamily="18" charset="0"/>
              <a:cs typeface="Times New Roman" panose="02020603050405020304" pitchFamily="18" charset="0"/>
            </a:rPr>
            <a:t>G</a:t>
          </a:r>
          <a:r>
            <a:rPr lang="vi-VN" sz="2300" kern="1200">
              <a:latin typeface="Times New Roman" panose="02020603050405020304" pitchFamily="18" charset="0"/>
              <a:cs typeface="Times New Roman" panose="02020603050405020304" pitchFamily="18" charset="0"/>
            </a:rPr>
            <a:t>iải thuật di truyền giúp tìm ra các phương án tối ưu, giảm thiểu thời gian và công sức trong việc sắp xếp lịch học.</a:t>
          </a:r>
          <a:endParaRPr lang="en-US" sz="2300" kern="1200">
            <a:latin typeface="Times New Roman" panose="02020603050405020304" pitchFamily="18" charset="0"/>
            <a:cs typeface="Times New Roman" panose="02020603050405020304" pitchFamily="18" charset="0"/>
          </a:endParaRPr>
        </a:p>
        <a:p>
          <a:pPr marL="228600" lvl="1" indent="-228600" algn="l" defTabSz="1022350">
            <a:lnSpc>
              <a:spcPct val="90000"/>
            </a:lnSpc>
            <a:spcBef>
              <a:spcPct val="0"/>
            </a:spcBef>
            <a:spcAft>
              <a:spcPct val="20000"/>
            </a:spcAft>
            <a:buChar char="•"/>
          </a:pPr>
          <a:r>
            <a:rPr lang="en-US" sz="2300" kern="1200">
              <a:latin typeface="Times New Roman" panose="02020603050405020304" pitchFamily="18" charset="0"/>
              <a:cs typeface="Times New Roman" panose="02020603050405020304" pitchFamily="18" charset="0"/>
            </a:rPr>
            <a:t>Chương trình và kết quả thực nghiệm cho thấy hướng sử dụng thuật toán di truyền để giải quyết bài toán sắp xếp thời khóa biểu là hiệu quả. </a:t>
          </a:r>
        </a:p>
      </dsp:txBody>
      <dsp:txXfrm>
        <a:off x="0" y="711291"/>
        <a:ext cx="10441160" cy="2049300"/>
      </dsp:txXfrm>
    </dsp:sp>
    <dsp:sp modelId="{26BB12A7-98C5-4BA4-87A2-408CEBDDAACA}">
      <dsp:nvSpPr>
        <dsp:cNvPr id="0" name=""/>
        <dsp:cNvSpPr/>
      </dsp:nvSpPr>
      <dsp:spPr>
        <a:xfrm>
          <a:off x="0" y="2760592"/>
          <a:ext cx="10441160" cy="702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i="1" kern="1200">
              <a:latin typeface="Times New Roman" panose="02020603050405020304" pitchFamily="18" charset="0"/>
              <a:cs typeface="Times New Roman" panose="02020603050405020304" pitchFamily="18" charset="0"/>
            </a:rPr>
            <a:t>Hạn chế của đề tài: </a:t>
          </a:r>
          <a:endParaRPr lang="en-US" sz="3000" kern="1200">
            <a:latin typeface="Times New Roman" panose="02020603050405020304" pitchFamily="18" charset="0"/>
            <a:cs typeface="Times New Roman" panose="02020603050405020304" pitchFamily="18" charset="0"/>
          </a:endParaRPr>
        </a:p>
      </dsp:txBody>
      <dsp:txXfrm>
        <a:off x="34269" y="2794861"/>
        <a:ext cx="10372622" cy="633462"/>
      </dsp:txXfrm>
    </dsp:sp>
    <dsp:sp modelId="{1A93F465-90C7-42B5-9519-32872F3FD323}">
      <dsp:nvSpPr>
        <dsp:cNvPr id="0" name=""/>
        <dsp:cNvSpPr/>
      </dsp:nvSpPr>
      <dsp:spPr>
        <a:xfrm>
          <a:off x="0" y="3462592"/>
          <a:ext cx="10441160" cy="683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1507"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kern="1200">
              <a:latin typeface="Times New Roman" panose="02020603050405020304" pitchFamily="18" charset="0"/>
              <a:cs typeface="Times New Roman" panose="02020603050405020304" pitchFamily="18" charset="0"/>
            </a:rPr>
            <a:t>Kết quả thực nghiệm của chương trình chỉ áp dụng trên tập dữ liệu tương đối, chưa thử nghiệm được với bộ dữ liệu lớn</a:t>
          </a:r>
        </a:p>
      </dsp:txBody>
      <dsp:txXfrm>
        <a:off x="0" y="3462592"/>
        <a:ext cx="10441160" cy="68310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6E7F6C-793A-46AA-8083-538CDF743DBD}">
      <dsp:nvSpPr>
        <dsp:cNvPr id="0" name=""/>
        <dsp:cNvSpPr/>
      </dsp:nvSpPr>
      <dsp:spPr>
        <a:xfrm>
          <a:off x="1870" y="0"/>
          <a:ext cx="3988884" cy="139539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Mở rộng phần mềm để thử nghiệm được với khối lượng dữ liệu lớn hơn.</a:t>
          </a:r>
        </a:p>
      </dsp:txBody>
      <dsp:txXfrm>
        <a:off x="42740" y="40870"/>
        <a:ext cx="3907144" cy="1313653"/>
      </dsp:txXfrm>
    </dsp:sp>
    <dsp:sp modelId="{26A67E15-2BDB-43C2-BB9D-DBFA13960483}">
      <dsp:nvSpPr>
        <dsp:cNvPr id="0" name=""/>
        <dsp:cNvSpPr/>
      </dsp:nvSpPr>
      <dsp:spPr>
        <a:xfrm>
          <a:off x="4389643" y="203074"/>
          <a:ext cx="845643" cy="9892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389643" y="400923"/>
        <a:ext cx="591950" cy="593545"/>
      </dsp:txXfrm>
    </dsp:sp>
    <dsp:sp modelId="{E9A43588-5EB4-4808-93D3-05ACF33A49F1}">
      <dsp:nvSpPr>
        <dsp:cNvPr id="0" name=""/>
        <dsp:cNvSpPr/>
      </dsp:nvSpPr>
      <dsp:spPr>
        <a:xfrm>
          <a:off x="5586308" y="0"/>
          <a:ext cx="3988884" cy="139539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Thực nghiệm sắp xếp lịch học trong các môi trường và điều kiện khác nhau. </a:t>
          </a:r>
        </a:p>
      </dsp:txBody>
      <dsp:txXfrm>
        <a:off x="5627178" y="40870"/>
        <a:ext cx="3907144" cy="1313653"/>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1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F0F793-F1BA-4F59-BB50-E1F6348F684A}" type="datetimeFigureOut">
              <a:rPr lang="en-GB" smtClean="0"/>
              <a:t>17/09/2025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154D02-DCBF-4C3E-8C36-628BB580340D}" type="slidenum">
              <a:rPr lang="en-GB" smtClean="0"/>
              <a:t>‹#›</a:t>
            </a:fld>
            <a:endParaRPr lang="en-GB"/>
          </a:p>
        </p:txBody>
      </p:sp>
    </p:spTree>
    <p:extLst>
      <p:ext uri="{BB962C8B-B14F-4D97-AF65-F5344CB8AC3E}">
        <p14:creationId xmlns:p14="http://schemas.microsoft.com/office/powerpoint/2010/main" val="3744948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175CC-DFC2-9E62-BB53-6D40B9FB6E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8515B-6ABA-A967-4DC0-F22DA1D8EB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552B7C-4CB7-9197-3283-8E947BB4865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8D8F1BD-66E3-7AA0-5E2B-878A13B84348}"/>
              </a:ext>
            </a:extLst>
          </p:cNvPr>
          <p:cNvSpPr>
            <a:spLocks noGrp="1"/>
          </p:cNvSpPr>
          <p:nvPr>
            <p:ph type="sldNum" sz="quarter" idx="5"/>
          </p:nvPr>
        </p:nvSpPr>
        <p:spPr/>
        <p:txBody>
          <a:bodyPr/>
          <a:lstStyle/>
          <a:p>
            <a:fld id="{AA154D02-DCBF-4C3E-8C36-628BB580340D}" type="slidenum">
              <a:rPr lang="en-GB" smtClean="0"/>
              <a:t>2</a:t>
            </a:fld>
            <a:endParaRPr lang="en-GB"/>
          </a:p>
        </p:txBody>
      </p:sp>
    </p:spTree>
    <p:extLst>
      <p:ext uri="{BB962C8B-B14F-4D97-AF65-F5344CB8AC3E}">
        <p14:creationId xmlns:p14="http://schemas.microsoft.com/office/powerpoint/2010/main" val="10554535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3</a:t>
            </a:fld>
            <a:endParaRPr lang="en-GB"/>
          </a:p>
        </p:txBody>
      </p:sp>
    </p:spTree>
    <p:extLst>
      <p:ext uri="{BB962C8B-B14F-4D97-AF65-F5344CB8AC3E}">
        <p14:creationId xmlns:p14="http://schemas.microsoft.com/office/powerpoint/2010/main" val="1655287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4</a:t>
            </a:fld>
            <a:endParaRPr lang="en-GB"/>
          </a:p>
        </p:txBody>
      </p:sp>
    </p:spTree>
    <p:extLst>
      <p:ext uri="{BB962C8B-B14F-4D97-AF65-F5344CB8AC3E}">
        <p14:creationId xmlns:p14="http://schemas.microsoft.com/office/powerpoint/2010/main" val="38844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latin typeface="Times New Roman (Headings)"/>
              </a:rPr>
              <a:t> </a:t>
            </a:r>
            <a:r>
              <a:rPr lang="vi-VN"/>
              <a:t>Một bài toán được coi là NP-hard nếu mọi bài toán trong NP có thể được giảm xuống bài toán đó trong thời gian đa thức. Điều này có nghĩa là, nếu bạn có thể tìm ra một thuật toán hiệu quả để giải quyết bài toán NP-hard, bạn sẽ có thể giải quyết tất cả các bài toán trong NP một cách hiệu quả.</a:t>
            </a:r>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5</a:t>
            </a:fld>
            <a:endParaRPr lang="en-GB"/>
          </a:p>
        </p:txBody>
      </p:sp>
    </p:spTree>
    <p:extLst>
      <p:ext uri="{BB962C8B-B14F-4D97-AF65-F5344CB8AC3E}">
        <p14:creationId xmlns:p14="http://schemas.microsoft.com/office/powerpoint/2010/main" val="3283656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11</a:t>
            </a:fld>
            <a:endParaRPr lang="en-GB"/>
          </a:p>
        </p:txBody>
      </p:sp>
    </p:spTree>
    <p:extLst>
      <p:ext uri="{BB962C8B-B14F-4D97-AF65-F5344CB8AC3E}">
        <p14:creationId xmlns:p14="http://schemas.microsoft.com/office/powerpoint/2010/main" val="3277579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B173-A9C2-A70A-6783-D7F1B30A7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248A4-6EE5-64DF-A504-9843576497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1C4D8-B966-FE40-7B9E-8C05DD6B6933}"/>
              </a:ext>
            </a:extLst>
          </p:cNvPr>
          <p:cNvSpPr>
            <a:spLocks noGrp="1"/>
          </p:cNvSpPr>
          <p:nvPr>
            <p:ph type="body" idx="1"/>
          </p:nvPr>
        </p:nvSpPr>
        <p:spPr/>
        <p:txBody>
          <a:bodyPr/>
          <a:lstStyle/>
          <a:p>
            <a:r>
              <a:rPr lang="en-US" sz="1200" kern="1200">
                <a:solidFill>
                  <a:schemeClr val="tx1"/>
                </a:solidFill>
                <a:effectLst/>
                <a:latin typeface="+mn-lt"/>
                <a:ea typeface="+mn-ea"/>
                <a:cs typeface="+mn-cs"/>
              </a:rPr>
              <a:t>Ngoài ba toán tử mutation cơ bản, có thể mở rộng nghiên cứu sang các biến thể như adaptive mutation (tự điều chỉnh tỷ lệ theo thế hệ), hoặc knowledge-based crossover (tái tổ hợp dựa trên tri thức ràng buộc). Việc tích hợp thêm các cơ chế này hứa hẹn làm tăng hiệu quả tiến hóa, giảm số thế hệ cần thiết và cải thiện tính thực tiễn của nghiệm.</a:t>
            </a:r>
            <a:endParaRPr lang="en-GB" dirty="0"/>
          </a:p>
        </p:txBody>
      </p:sp>
      <p:sp>
        <p:nvSpPr>
          <p:cNvPr id="4" name="Slide Number Placeholder 3">
            <a:extLst>
              <a:ext uri="{FF2B5EF4-FFF2-40B4-BE49-F238E27FC236}">
                <a16:creationId xmlns:a16="http://schemas.microsoft.com/office/drawing/2014/main" id="{9D7608B0-7D52-76C5-0F7E-3F5DAB147079}"/>
              </a:ext>
            </a:extLst>
          </p:cNvPr>
          <p:cNvSpPr>
            <a:spLocks noGrp="1"/>
          </p:cNvSpPr>
          <p:nvPr>
            <p:ph type="sldNum" sz="quarter" idx="5"/>
          </p:nvPr>
        </p:nvSpPr>
        <p:spPr/>
        <p:txBody>
          <a:bodyPr/>
          <a:lstStyle/>
          <a:p>
            <a:fld id="{AA154D02-DCBF-4C3E-8C36-628BB580340D}" type="slidenum">
              <a:rPr lang="en-GB" smtClean="0"/>
              <a:t>12</a:t>
            </a:fld>
            <a:endParaRPr lang="en-GB"/>
          </a:p>
        </p:txBody>
      </p:sp>
    </p:spTree>
    <p:extLst>
      <p:ext uri="{BB962C8B-B14F-4D97-AF65-F5344CB8AC3E}">
        <p14:creationId xmlns:p14="http://schemas.microsoft.com/office/powerpoint/2010/main" val="4086721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E27BC-3E39-C5B5-CFFD-667DC573D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365F9-6E33-6509-981A-9794497D9A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89DA1C-4810-B243-7FB6-9C215AAD68F9}"/>
              </a:ext>
            </a:extLst>
          </p:cNvPr>
          <p:cNvSpPr>
            <a:spLocks noGrp="1"/>
          </p:cNvSpPr>
          <p:nvPr>
            <p:ph type="body" idx="1"/>
          </p:nvPr>
        </p:nvSpPr>
        <p:spPr/>
        <p:txBody>
          <a:bodyPr/>
          <a:lstStyle/>
          <a:p>
            <a:r>
              <a:rPr lang="en-US" sz="1200" kern="1200">
                <a:solidFill>
                  <a:schemeClr val="tx1"/>
                </a:solidFill>
                <a:effectLst/>
                <a:latin typeface="+mn-lt"/>
                <a:ea typeface="+mn-ea"/>
                <a:cs typeface="+mn-cs"/>
              </a:rPr>
              <a:t>Ngoài ba toán tử mutation cơ bản, có thể mở rộng nghiên cứu sang các biến thể như adaptive mutation (tự điều chỉnh tỷ lệ theo thế hệ), hoặc knowledge-based crossover (tái tổ hợp dựa trên tri thức ràng buộc). Việc tích hợp thêm các cơ chế này hứa hẹn làm tăng hiệu quả tiến hóa, giảm số thế hệ cần thiết và cải thiện tính thực tiễn của nghiệm.</a:t>
            </a:r>
            <a:endParaRPr lang="en-GB" dirty="0"/>
          </a:p>
        </p:txBody>
      </p:sp>
      <p:sp>
        <p:nvSpPr>
          <p:cNvPr id="4" name="Slide Number Placeholder 3">
            <a:extLst>
              <a:ext uri="{FF2B5EF4-FFF2-40B4-BE49-F238E27FC236}">
                <a16:creationId xmlns:a16="http://schemas.microsoft.com/office/drawing/2014/main" id="{DDD0DE93-7A18-D86D-98C7-53B8060FFDF9}"/>
              </a:ext>
            </a:extLst>
          </p:cNvPr>
          <p:cNvSpPr>
            <a:spLocks noGrp="1"/>
          </p:cNvSpPr>
          <p:nvPr>
            <p:ph type="sldNum" sz="quarter" idx="5"/>
          </p:nvPr>
        </p:nvSpPr>
        <p:spPr/>
        <p:txBody>
          <a:bodyPr/>
          <a:lstStyle/>
          <a:p>
            <a:fld id="{AA154D02-DCBF-4C3E-8C36-628BB580340D}" type="slidenum">
              <a:rPr lang="en-GB" smtClean="0"/>
              <a:t>13</a:t>
            </a:fld>
            <a:endParaRPr lang="en-GB"/>
          </a:p>
        </p:txBody>
      </p:sp>
    </p:spTree>
    <p:extLst>
      <p:ext uri="{BB962C8B-B14F-4D97-AF65-F5344CB8AC3E}">
        <p14:creationId xmlns:p14="http://schemas.microsoft.com/office/powerpoint/2010/main" val="3743917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EC0D6-381C-102D-62E2-034D7FEB9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F1B9F-4E9F-5F46-2C34-A53686CA3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71A2FB-AC12-15D9-ED8F-B218A43777D4}"/>
              </a:ext>
            </a:extLst>
          </p:cNvPr>
          <p:cNvSpPr>
            <a:spLocks noGrp="1"/>
          </p:cNvSpPr>
          <p:nvPr>
            <p:ph type="body" idx="1"/>
          </p:nvPr>
        </p:nvSpPr>
        <p:spPr/>
        <p:txBody>
          <a:bodyPr/>
          <a:lstStyle/>
          <a:p>
            <a:r>
              <a:rPr lang="en-US" sz="1200" kern="1200">
                <a:solidFill>
                  <a:schemeClr val="tx1"/>
                </a:solidFill>
                <a:effectLst/>
                <a:latin typeface="+mn-lt"/>
                <a:ea typeface="+mn-ea"/>
                <a:cs typeface="+mn-cs"/>
              </a:rPr>
              <a:t>Ngoài ba toán tử mutation cơ bản, có thể mở rộng nghiên cứu sang các biến thể như adaptive mutation (tự điều chỉnh tỷ lệ theo thế hệ), hoặc knowledge-based crossover (tái tổ hợp dựa trên tri thức ràng buộc). Việc tích hợp thêm các cơ chế này hứa hẹn làm tăng hiệu quả tiến hóa, giảm số thế hệ cần thiết và cải thiện tính thực tiễn của nghiệm.</a:t>
            </a:r>
            <a:endParaRPr lang="en-GB" dirty="0"/>
          </a:p>
        </p:txBody>
      </p:sp>
      <p:sp>
        <p:nvSpPr>
          <p:cNvPr id="4" name="Slide Number Placeholder 3">
            <a:extLst>
              <a:ext uri="{FF2B5EF4-FFF2-40B4-BE49-F238E27FC236}">
                <a16:creationId xmlns:a16="http://schemas.microsoft.com/office/drawing/2014/main" id="{80508B83-CB79-A736-129E-B3D10DD9CB4A}"/>
              </a:ext>
            </a:extLst>
          </p:cNvPr>
          <p:cNvSpPr>
            <a:spLocks noGrp="1"/>
          </p:cNvSpPr>
          <p:nvPr>
            <p:ph type="sldNum" sz="quarter" idx="5"/>
          </p:nvPr>
        </p:nvSpPr>
        <p:spPr/>
        <p:txBody>
          <a:bodyPr/>
          <a:lstStyle/>
          <a:p>
            <a:fld id="{AA154D02-DCBF-4C3E-8C36-628BB580340D}" type="slidenum">
              <a:rPr lang="en-GB" smtClean="0"/>
              <a:t>14</a:t>
            </a:fld>
            <a:endParaRPr lang="en-GB"/>
          </a:p>
        </p:txBody>
      </p:sp>
    </p:spTree>
    <p:extLst>
      <p:ext uri="{BB962C8B-B14F-4D97-AF65-F5344CB8AC3E}">
        <p14:creationId xmlns:p14="http://schemas.microsoft.com/office/powerpoint/2010/main" val="326573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34B37-0201-335A-FD49-CF67E59461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0C3AC-8447-6E11-2CA3-8311DEF32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0D484-F17C-AECE-F864-DD9CC572C13D}"/>
              </a:ext>
            </a:extLst>
          </p:cNvPr>
          <p:cNvSpPr>
            <a:spLocks noGrp="1"/>
          </p:cNvSpPr>
          <p:nvPr>
            <p:ph type="body" idx="1"/>
          </p:nvPr>
        </p:nvSpPr>
        <p:spPr/>
        <p:txBody>
          <a:bodyPr/>
          <a:lstStyle/>
          <a:p>
            <a:r>
              <a:rPr lang="en-US" sz="1200" kern="1200">
                <a:solidFill>
                  <a:schemeClr val="tx1"/>
                </a:solidFill>
                <a:effectLst/>
                <a:latin typeface="+mn-lt"/>
                <a:ea typeface="+mn-ea"/>
                <a:cs typeface="+mn-cs"/>
              </a:rPr>
              <a:t>Ngoài ba toán tử mutation cơ bản, có thể mở rộng nghiên cứu sang các biến thể như adaptive mutation (tự điều chỉnh tỷ lệ theo thế hệ), hoặc knowledge-based crossover (tái tổ hợp dựa trên tri thức ràng buộc). Việc tích hợp thêm các cơ chế này hứa hẹn làm tăng hiệu quả tiến hóa, giảm số thế hệ cần thiết và cải thiện tính thực tiễn của nghiệm.</a:t>
            </a:r>
            <a:endParaRPr lang="en-GB" dirty="0"/>
          </a:p>
        </p:txBody>
      </p:sp>
      <p:sp>
        <p:nvSpPr>
          <p:cNvPr id="4" name="Slide Number Placeholder 3">
            <a:extLst>
              <a:ext uri="{FF2B5EF4-FFF2-40B4-BE49-F238E27FC236}">
                <a16:creationId xmlns:a16="http://schemas.microsoft.com/office/drawing/2014/main" id="{14AC1F2A-4DB1-06D7-523C-4289F10BDBB9}"/>
              </a:ext>
            </a:extLst>
          </p:cNvPr>
          <p:cNvSpPr>
            <a:spLocks noGrp="1"/>
          </p:cNvSpPr>
          <p:nvPr>
            <p:ph type="sldNum" sz="quarter" idx="5"/>
          </p:nvPr>
        </p:nvSpPr>
        <p:spPr/>
        <p:txBody>
          <a:bodyPr/>
          <a:lstStyle/>
          <a:p>
            <a:fld id="{AA154D02-DCBF-4C3E-8C36-628BB580340D}" type="slidenum">
              <a:rPr lang="en-GB" smtClean="0"/>
              <a:t>15</a:t>
            </a:fld>
            <a:endParaRPr lang="en-GB"/>
          </a:p>
        </p:txBody>
      </p:sp>
    </p:spTree>
    <p:extLst>
      <p:ext uri="{BB962C8B-B14F-4D97-AF65-F5344CB8AC3E}">
        <p14:creationId xmlns:p14="http://schemas.microsoft.com/office/powerpoint/2010/main" val="3710905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03A68-7FF7-7E62-EA05-FC17063FD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49357-25AD-7E00-C3F8-E19CAE9356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F75D58-EDC4-37AA-9313-66B439CC145C}"/>
              </a:ext>
            </a:extLst>
          </p:cNvPr>
          <p:cNvSpPr>
            <a:spLocks noGrp="1"/>
          </p:cNvSpPr>
          <p:nvPr>
            <p:ph type="body" idx="1"/>
          </p:nvPr>
        </p:nvSpPr>
        <p:spPr/>
        <p:txBody>
          <a:bodyPr/>
          <a:lstStyle/>
          <a:p>
            <a:r>
              <a:rPr lang="vi-VN" b="1"/>
              <a:t>Hai cá thể cha mẹ</a:t>
            </a:r>
            <a:r>
              <a:rPr lang="vi-VN"/>
              <a:t>: Mỗi cá thể đại diện cho một lịch học với các thông tin như lớp, môn học, giáo viên và thời gian.</a:t>
            </a:r>
          </a:p>
          <a:p>
            <a:r>
              <a:rPr lang="vi-VN" b="1"/>
              <a:t>Hàm </a:t>
            </a:r>
            <a:r>
              <a:rPr lang="vi-VN" sz="1200" b="1" kern="1200">
                <a:solidFill>
                  <a:schemeClr val="tx1"/>
                </a:solidFill>
                <a:latin typeface="+mn-lt"/>
                <a:ea typeface="+mn-ea"/>
                <a:cs typeface="+mn-cs"/>
              </a:rPr>
              <a:t>lai_ghep</a:t>
            </a:r>
            <a:r>
              <a:rPr lang="vi-VN"/>
              <a:t>:</a:t>
            </a:r>
          </a:p>
          <a:p>
            <a:pPr lvl="1"/>
            <a:r>
              <a:rPr lang="vi-VN"/>
              <a:t>Chọn ngẫu nhiên một điểm lai ghép trong các thuộc tính của cá thể.</a:t>
            </a:r>
          </a:p>
          <a:p>
            <a:pPr lvl="1"/>
            <a:r>
              <a:rPr lang="vi-VN"/>
              <a:t>Tạo cá thể con bằng cách lấy thông tin từ cá thể cha mẹ đến điểm lai ghép từ cha mẹ đầu tiên và lấy thông tin từ cha mẹ thứ hai cho các thuộc tính còn lại.</a:t>
            </a:r>
          </a:p>
          <a:p>
            <a:r>
              <a:rPr lang="vi-VN" b="1"/>
              <a:t>Kết quả</a:t>
            </a:r>
            <a:r>
              <a:rPr lang="vi-VN"/>
              <a:t>: In ra cá thể con được tạo ra từ hai cá thể cha mẹ.</a:t>
            </a:r>
          </a:p>
          <a:p>
            <a:endParaRPr lang="en-GB" dirty="0"/>
          </a:p>
        </p:txBody>
      </p:sp>
      <p:sp>
        <p:nvSpPr>
          <p:cNvPr id="4" name="Slide Number Placeholder 3">
            <a:extLst>
              <a:ext uri="{FF2B5EF4-FFF2-40B4-BE49-F238E27FC236}">
                <a16:creationId xmlns:a16="http://schemas.microsoft.com/office/drawing/2014/main" id="{73C0C9B8-ACF8-0CCC-3BFB-421C519C0A78}"/>
              </a:ext>
            </a:extLst>
          </p:cNvPr>
          <p:cNvSpPr>
            <a:spLocks noGrp="1"/>
          </p:cNvSpPr>
          <p:nvPr>
            <p:ph type="sldNum" sz="quarter" idx="5"/>
          </p:nvPr>
        </p:nvSpPr>
        <p:spPr/>
        <p:txBody>
          <a:bodyPr/>
          <a:lstStyle/>
          <a:p>
            <a:fld id="{AA154D02-DCBF-4C3E-8C36-628BB580340D}" type="slidenum">
              <a:rPr lang="en-GB" smtClean="0"/>
              <a:t>16</a:t>
            </a:fld>
            <a:endParaRPr lang="en-GB"/>
          </a:p>
        </p:txBody>
      </p:sp>
    </p:spTree>
    <p:extLst>
      <p:ext uri="{BB962C8B-B14F-4D97-AF65-F5344CB8AC3E}">
        <p14:creationId xmlns:p14="http://schemas.microsoft.com/office/powerpoint/2010/main" val="2516030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4FF8B-9838-5871-A3D1-A9F57B53FA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8B441-7717-EF7F-10F1-B9181C8BDC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A0DA2D-CF69-472D-9E94-7797C6C3B6A8}"/>
              </a:ext>
            </a:extLst>
          </p:cNvPr>
          <p:cNvSpPr>
            <a:spLocks noGrp="1"/>
          </p:cNvSpPr>
          <p:nvPr>
            <p:ph type="body" idx="1"/>
          </p:nvPr>
        </p:nvSpPr>
        <p:spPr/>
        <p:txBody>
          <a:bodyPr/>
          <a:lstStyle/>
          <a:p>
            <a:r>
              <a:rPr lang="en-US" sz="1200" kern="1200">
                <a:solidFill>
                  <a:schemeClr val="tx1"/>
                </a:solidFill>
                <a:effectLst/>
                <a:latin typeface="+mn-lt"/>
                <a:ea typeface="+mn-ea"/>
                <a:cs typeface="+mn-cs"/>
              </a:rPr>
              <a:t>Ngoài ba toán tử mutation cơ bản, có thể mở rộng nghiên cứu sang các biến thể như adaptive mutation (tự điều chỉnh tỷ lệ theo thế hệ), hoặc knowledge-based crossover (tái tổ hợp dựa trên tri thức ràng buộc). Việc tích hợp thêm các cơ chế này hứa hẹn làm tăng hiệu quả tiến hóa, giảm số thế hệ cần thiết và cải thiện tính thực tiễn của nghiệm.</a:t>
            </a:r>
            <a:endParaRPr lang="en-GB" dirty="0"/>
          </a:p>
        </p:txBody>
      </p:sp>
      <p:sp>
        <p:nvSpPr>
          <p:cNvPr id="4" name="Slide Number Placeholder 3">
            <a:extLst>
              <a:ext uri="{FF2B5EF4-FFF2-40B4-BE49-F238E27FC236}">
                <a16:creationId xmlns:a16="http://schemas.microsoft.com/office/drawing/2014/main" id="{F99D2264-8FA0-AA85-6133-B028F0F2A922}"/>
              </a:ext>
            </a:extLst>
          </p:cNvPr>
          <p:cNvSpPr>
            <a:spLocks noGrp="1"/>
          </p:cNvSpPr>
          <p:nvPr>
            <p:ph type="sldNum" sz="quarter" idx="5"/>
          </p:nvPr>
        </p:nvSpPr>
        <p:spPr/>
        <p:txBody>
          <a:bodyPr/>
          <a:lstStyle/>
          <a:p>
            <a:fld id="{AA154D02-DCBF-4C3E-8C36-628BB580340D}" type="slidenum">
              <a:rPr lang="en-GB" smtClean="0"/>
              <a:t>17</a:t>
            </a:fld>
            <a:endParaRPr lang="en-GB"/>
          </a:p>
        </p:txBody>
      </p:sp>
    </p:spTree>
    <p:extLst>
      <p:ext uri="{BB962C8B-B14F-4D97-AF65-F5344CB8AC3E}">
        <p14:creationId xmlns:p14="http://schemas.microsoft.com/office/powerpoint/2010/main" val="1961258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6DC16-11D9-0095-16AA-9125F4154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C5A3B-6368-B2E8-C36F-F1BA92791D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A5646-6A40-D71D-A95F-6E03DD5B32DC}"/>
              </a:ext>
            </a:extLst>
          </p:cNvPr>
          <p:cNvSpPr>
            <a:spLocks noGrp="1"/>
          </p:cNvSpPr>
          <p:nvPr>
            <p:ph type="body" idx="1"/>
          </p:nvPr>
        </p:nvSpPr>
        <p:spPr/>
        <p:txBody>
          <a:bodyPr/>
          <a:lstStyle/>
          <a:p>
            <a:r>
              <a:rPr lang="en-US" sz="1200" kern="1200">
                <a:solidFill>
                  <a:schemeClr val="tx1"/>
                </a:solidFill>
                <a:effectLst/>
                <a:latin typeface="+mn-lt"/>
                <a:ea typeface="+mn-ea"/>
                <a:cs typeface="+mn-cs"/>
              </a:rPr>
              <a:t>Ngoài ba toán tử mutation cơ bản, có thể mở rộng nghiên cứu sang các biến thể như adaptive mutation (tự điều chỉnh tỷ lệ theo thế hệ), hoặc knowledge-based crossover (tái tổ hợp dựa trên tri thức ràng buộc). Việc tích hợp thêm các cơ chế này hứa hẹn làm tăng hiệu quả tiến hóa, giảm số thế hệ cần thiết và cải thiện tính thực tiễn của nghiệm.</a:t>
            </a:r>
            <a:endParaRPr lang="en-GB" dirty="0"/>
          </a:p>
        </p:txBody>
      </p:sp>
      <p:sp>
        <p:nvSpPr>
          <p:cNvPr id="4" name="Slide Number Placeholder 3">
            <a:extLst>
              <a:ext uri="{FF2B5EF4-FFF2-40B4-BE49-F238E27FC236}">
                <a16:creationId xmlns:a16="http://schemas.microsoft.com/office/drawing/2014/main" id="{0ABA61B5-AE76-24AE-1F3E-F9D791076341}"/>
              </a:ext>
            </a:extLst>
          </p:cNvPr>
          <p:cNvSpPr>
            <a:spLocks noGrp="1"/>
          </p:cNvSpPr>
          <p:nvPr>
            <p:ph type="sldNum" sz="quarter" idx="5"/>
          </p:nvPr>
        </p:nvSpPr>
        <p:spPr/>
        <p:txBody>
          <a:bodyPr/>
          <a:lstStyle/>
          <a:p>
            <a:fld id="{AA154D02-DCBF-4C3E-8C36-628BB580340D}" type="slidenum">
              <a:rPr lang="en-GB" smtClean="0"/>
              <a:t>18</a:t>
            </a:fld>
            <a:endParaRPr lang="en-GB"/>
          </a:p>
        </p:txBody>
      </p:sp>
    </p:spTree>
    <p:extLst>
      <p:ext uri="{BB962C8B-B14F-4D97-AF65-F5344CB8AC3E}">
        <p14:creationId xmlns:p14="http://schemas.microsoft.com/office/powerpoint/2010/main" val="6919848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54D27-A908-10E0-69FE-EF0164840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66C21-860E-9062-78FA-B69DDAA07B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4AA901-F9AB-43A5-6E88-9CE388683073}"/>
              </a:ext>
            </a:extLst>
          </p:cNvPr>
          <p:cNvSpPr>
            <a:spLocks noGrp="1"/>
          </p:cNvSpPr>
          <p:nvPr>
            <p:ph type="body" idx="1"/>
          </p:nvPr>
        </p:nvSpPr>
        <p:spPr/>
        <p:txBody>
          <a:bodyPr/>
          <a:lstStyle/>
          <a:p>
            <a:r>
              <a:rPr lang="en-US" sz="1200" kern="1200">
                <a:solidFill>
                  <a:schemeClr val="tx1"/>
                </a:solidFill>
                <a:effectLst/>
                <a:latin typeface="+mn-lt"/>
                <a:ea typeface="+mn-ea"/>
                <a:cs typeface="+mn-cs"/>
              </a:rPr>
              <a:t>Ngoài ba toán tử mutation cơ bản, có thể mở rộng nghiên cứu sang các biến thể như adaptive mutation (tự điều chỉnh tỷ lệ theo thế hệ), hoặc knowledge-based crossover (tái tổ hợp dựa trên tri thức ràng buộc). Việc tích hợp thêm các cơ chế này hứa hẹn làm tăng hiệu quả tiến hóa, giảm số thế hệ cần thiết và cải thiện tính thực tiễn của nghiệm.</a:t>
            </a:r>
            <a:endParaRPr lang="en-GB" dirty="0"/>
          </a:p>
        </p:txBody>
      </p:sp>
      <p:sp>
        <p:nvSpPr>
          <p:cNvPr id="4" name="Slide Number Placeholder 3">
            <a:extLst>
              <a:ext uri="{FF2B5EF4-FFF2-40B4-BE49-F238E27FC236}">
                <a16:creationId xmlns:a16="http://schemas.microsoft.com/office/drawing/2014/main" id="{961FF720-0895-4D90-D2FD-8FB9120E21CF}"/>
              </a:ext>
            </a:extLst>
          </p:cNvPr>
          <p:cNvSpPr>
            <a:spLocks noGrp="1"/>
          </p:cNvSpPr>
          <p:nvPr>
            <p:ph type="sldNum" sz="quarter" idx="5"/>
          </p:nvPr>
        </p:nvSpPr>
        <p:spPr/>
        <p:txBody>
          <a:bodyPr/>
          <a:lstStyle/>
          <a:p>
            <a:fld id="{AA154D02-DCBF-4C3E-8C36-628BB580340D}" type="slidenum">
              <a:rPr lang="en-GB" smtClean="0"/>
              <a:t>19</a:t>
            </a:fld>
            <a:endParaRPr lang="en-GB"/>
          </a:p>
        </p:txBody>
      </p:sp>
    </p:spTree>
    <p:extLst>
      <p:ext uri="{BB962C8B-B14F-4D97-AF65-F5344CB8AC3E}">
        <p14:creationId xmlns:p14="http://schemas.microsoft.com/office/powerpoint/2010/main" val="14188800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32</a:t>
            </a:fld>
            <a:endParaRPr lang="en-GB"/>
          </a:p>
        </p:txBody>
      </p:sp>
    </p:spTree>
    <p:extLst>
      <p:ext uri="{BB962C8B-B14F-4D97-AF65-F5344CB8AC3E}">
        <p14:creationId xmlns:p14="http://schemas.microsoft.com/office/powerpoint/2010/main" val="193704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4B6C12-E51C-4847-9ABA-349A7B70B9AA}"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8351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4B6C12-E51C-4847-9ABA-349A7B70B9AA}"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1345771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4B6C12-E51C-4847-9ABA-349A7B70B9AA}"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443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4B6C12-E51C-4847-9ABA-349A7B70B9AA}" type="datetimeFigureOut">
              <a:rPr lang="en-GB" smtClean="0"/>
              <a:t>17/09/2025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516509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4B6C12-E51C-4847-9ABA-349A7B70B9AA}" type="datetimeFigureOut">
              <a:rPr lang="en-GB" smtClean="0"/>
              <a:t>17/09/2025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1138363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4B6C12-E51C-4847-9ABA-349A7B70B9AA}" type="datetimeFigureOut">
              <a:rPr lang="en-GB" smtClean="0"/>
              <a:t>17/09/2025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451523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94B6C12-E51C-4847-9ABA-349A7B70B9AA}" type="datetimeFigureOut">
              <a:rPr lang="en-GB" smtClean="0"/>
              <a:t>17/09/2025</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3968969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94B6C12-E51C-4847-9ABA-349A7B70B9AA}" type="datetimeFigureOut">
              <a:rPr lang="en-GB" smtClean="0"/>
              <a:t>17/09/2025</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BCFFB76-1C2B-4F13-AEB3-49D91F92BBE6}" type="slidenum">
              <a:rPr lang="en-GB" smtClean="0"/>
              <a:t>‹#›</a:t>
            </a:fld>
            <a:endParaRPr lang="en-GB"/>
          </a:p>
        </p:txBody>
      </p:sp>
    </p:spTree>
    <p:extLst>
      <p:ext uri="{BB962C8B-B14F-4D97-AF65-F5344CB8AC3E}">
        <p14:creationId xmlns:p14="http://schemas.microsoft.com/office/powerpoint/2010/main" val="3815551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4B6C12-E51C-4847-9ABA-349A7B70B9AA}" type="datetimeFigureOut">
              <a:rPr lang="en-GB" smtClean="0"/>
              <a:t>17/09/2025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2619037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4B6C12-E51C-4847-9ABA-349A7B70B9AA}"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923163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4B6C12-E51C-4847-9ABA-349A7B70B9AA}"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443001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94B6C12-E51C-4847-9ABA-349A7B70B9AA}" type="datetimeFigureOut">
              <a:rPr lang="en-GB" smtClean="0"/>
              <a:t>17/09/2025</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BCFFB76-1C2B-4F13-AEB3-49D91F92BBE6}"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006398"/>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pn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png"/><Relationship Id="rId7" Type="http://schemas.openxmlformats.org/officeDocument/2006/relationships/diagramColors" Target="../diagrams/colors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3.png"/><Relationship Id="rId7" Type="http://schemas.openxmlformats.org/officeDocument/2006/relationships/diagramColors" Target="../diagrams/colors10.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2.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3.png"/><Relationship Id="rId7" Type="http://schemas.openxmlformats.org/officeDocument/2006/relationships/diagramColors" Target="../diagrams/colors1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92039-1BEC-88CB-16A1-BCD5CB5F29C4}"/>
              </a:ext>
            </a:extLst>
          </p:cNvPr>
          <p:cNvSpPr>
            <a:spLocks noGrp="1"/>
          </p:cNvSpPr>
          <p:nvPr>
            <p:ph type="ctrTitle"/>
          </p:nvPr>
        </p:nvSpPr>
        <p:spPr>
          <a:xfrm>
            <a:off x="1271464" y="1366540"/>
            <a:ext cx="9144000" cy="584775"/>
          </a:xfrm>
        </p:spPr>
        <p:txBody>
          <a:bodyPr>
            <a:noAutofit/>
          </a:bodyPr>
          <a:lstStyle/>
          <a:p>
            <a:pPr algn="ctr"/>
            <a:r>
              <a:rPr lang="vi-VN" sz="3200" b="1">
                <a:solidFill>
                  <a:schemeClr val="tx1"/>
                </a:solidFill>
                <a:latin typeface="Times New Roman (Headings)"/>
              </a:rPr>
              <a:t>ĐỀ </a:t>
            </a:r>
            <a:r>
              <a:rPr lang="en-US" sz="3200" b="1">
                <a:solidFill>
                  <a:schemeClr val="tx1"/>
                </a:solidFill>
                <a:latin typeface="Times New Roman (Headings)"/>
              </a:rPr>
              <a:t>ÁN</a:t>
            </a:r>
            <a:r>
              <a:rPr lang="vi-VN" sz="3200" b="1">
                <a:solidFill>
                  <a:schemeClr val="tx1"/>
                </a:solidFill>
                <a:latin typeface="Times New Roman (Headings)"/>
              </a:rPr>
              <a:t> </a:t>
            </a:r>
            <a:r>
              <a:rPr lang="vi-VN" sz="3200" b="1" dirty="0">
                <a:solidFill>
                  <a:schemeClr val="tx1"/>
                </a:solidFill>
                <a:latin typeface="Times New Roman (Headings)"/>
              </a:rPr>
              <a:t>THẠC SĨ</a:t>
            </a:r>
            <a:endParaRPr lang="en-GB" sz="3200" b="1" dirty="0">
              <a:solidFill>
                <a:schemeClr val="tx1"/>
              </a:solidFill>
              <a:latin typeface="Times New Roman (Headings)"/>
            </a:endParaRPr>
          </a:p>
        </p:txBody>
      </p:sp>
      <p:sp>
        <p:nvSpPr>
          <p:cNvPr id="3" name="Subtitle 2">
            <a:extLst>
              <a:ext uri="{FF2B5EF4-FFF2-40B4-BE49-F238E27FC236}">
                <a16:creationId xmlns:a16="http://schemas.microsoft.com/office/drawing/2014/main" id="{25542872-CB6A-14AA-A53D-AAD6839C3BD2}"/>
              </a:ext>
            </a:extLst>
          </p:cNvPr>
          <p:cNvSpPr>
            <a:spLocks noGrp="1"/>
          </p:cNvSpPr>
          <p:nvPr>
            <p:ph type="subTitle" idx="1"/>
          </p:nvPr>
        </p:nvSpPr>
        <p:spPr>
          <a:xfrm>
            <a:off x="1423242" y="2095331"/>
            <a:ext cx="9756576" cy="1333669"/>
          </a:xfrm>
        </p:spPr>
        <p:txBody>
          <a:bodyPr>
            <a:normAutofit/>
          </a:bodyPr>
          <a:lstStyle/>
          <a:p>
            <a:pPr algn="ctr"/>
            <a:r>
              <a:rPr lang="en-US" sz="3600" b="1">
                <a:solidFill>
                  <a:schemeClr val="tx1"/>
                </a:solidFill>
                <a:latin typeface="Times New Roman (Headings)"/>
              </a:rPr>
              <a:t>ỨNG DỤNG THUẬT TOÁN DI TRUYỀN TRONG SẮP XẾP THỜI KHÓA BIỂU</a:t>
            </a:r>
            <a:endParaRPr lang="en-GB" sz="4400" dirty="0">
              <a:solidFill>
                <a:schemeClr val="tx1"/>
              </a:solidFill>
              <a:latin typeface="Times New Roman (Headings)"/>
            </a:endParaRPr>
          </a:p>
        </p:txBody>
      </p:sp>
      <p:grpSp>
        <p:nvGrpSpPr>
          <p:cNvPr id="5" name="Group 4">
            <a:extLst>
              <a:ext uri="{FF2B5EF4-FFF2-40B4-BE49-F238E27FC236}">
                <a16:creationId xmlns:a16="http://schemas.microsoft.com/office/drawing/2014/main" id="{1C9338D9-CF25-D679-4A9F-39355F8D4FD3}"/>
              </a:ext>
            </a:extLst>
          </p:cNvPr>
          <p:cNvGrpSpPr/>
          <p:nvPr/>
        </p:nvGrpSpPr>
        <p:grpSpPr>
          <a:xfrm>
            <a:off x="256614" y="197211"/>
            <a:ext cx="5911394" cy="964201"/>
            <a:chOff x="167474" y="98117"/>
            <a:chExt cx="3867348" cy="964201"/>
          </a:xfrm>
        </p:grpSpPr>
        <p:pic>
          <p:nvPicPr>
            <p:cNvPr id="6" name="Picture 5">
              <a:extLst>
                <a:ext uri="{FF2B5EF4-FFF2-40B4-BE49-F238E27FC236}">
                  <a16:creationId xmlns:a16="http://schemas.microsoft.com/office/drawing/2014/main" id="{D246DA94-3B65-ECE2-2039-FD895C19B0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7" name="TextBox 6">
              <a:extLst>
                <a:ext uri="{FF2B5EF4-FFF2-40B4-BE49-F238E27FC236}">
                  <a16:creationId xmlns:a16="http://schemas.microsoft.com/office/drawing/2014/main" id="{9345E23A-ABB4-293E-11A9-63C234E32083}"/>
                </a:ext>
              </a:extLst>
            </p:cNvPr>
            <p:cNvSpPr txBox="1"/>
            <p:nvPr/>
          </p:nvSpPr>
          <p:spPr>
            <a:xfrm>
              <a:off x="1271939" y="98117"/>
              <a:ext cx="2762883" cy="861774"/>
            </a:xfrm>
            <a:prstGeom prst="rect">
              <a:avLst/>
            </a:prstGeom>
            <a:noFill/>
          </p:spPr>
          <p:txBody>
            <a:bodyPr wrap="square" rtlCol="0">
              <a:spAutoFit/>
            </a:bodyPr>
            <a:lstStyle/>
            <a:p>
              <a:r>
                <a:rPr lang="en-US" b="1">
                  <a:solidFill>
                    <a:srgbClr val="1930B0"/>
                  </a:solidFill>
                  <a:latin typeface="Times New Roman (Headings)"/>
                </a:rPr>
                <a:t>BỘ NÔNG NGHIỆP VÀ MÔI TRƯỜNG</a:t>
              </a:r>
            </a:p>
            <a:p>
              <a:r>
                <a:rPr lang="en-US" b="1">
                  <a:solidFill>
                    <a:srgbClr val="1930B0"/>
                  </a:solidFill>
                  <a:latin typeface="Times New Roman (Headings)"/>
                </a:rPr>
                <a:t>TRƯỜNG </a:t>
              </a:r>
              <a:r>
                <a:rPr lang="en-US" b="1" dirty="0">
                  <a:solidFill>
                    <a:srgbClr val="1930B0"/>
                  </a:solidFill>
                  <a:latin typeface="Times New Roman (Headings)"/>
                </a:rPr>
                <a:t>ĐẠI HỌC THỦY LỢI</a:t>
              </a:r>
            </a:p>
            <a:p>
              <a:r>
                <a:rPr lang="en-US" sz="1400" b="1" dirty="0">
                  <a:solidFill>
                    <a:srgbClr val="1930B0"/>
                  </a:solidFill>
                  <a:latin typeface="Times New Roman (Headings)"/>
                </a:rPr>
                <a:t>KHOA CÔNG NGHỆ THÔNG TIN</a:t>
              </a:r>
            </a:p>
          </p:txBody>
        </p:sp>
      </p:grpSp>
      <p:graphicFrame>
        <p:nvGraphicFramePr>
          <p:cNvPr id="18" name="Table 17">
            <a:extLst>
              <a:ext uri="{FF2B5EF4-FFF2-40B4-BE49-F238E27FC236}">
                <a16:creationId xmlns:a16="http://schemas.microsoft.com/office/drawing/2014/main" id="{8087D23C-E724-6EE1-CEEB-E09A1CF95863}"/>
              </a:ext>
            </a:extLst>
          </p:cNvPr>
          <p:cNvGraphicFramePr>
            <a:graphicFrameLocks noGrp="1"/>
          </p:cNvGraphicFramePr>
          <p:nvPr>
            <p:extLst>
              <p:ext uri="{D42A27DB-BD31-4B8C-83A1-F6EECF244321}">
                <p14:modId xmlns:p14="http://schemas.microsoft.com/office/powerpoint/2010/main" val="1277435484"/>
              </p:ext>
            </p:extLst>
          </p:nvPr>
        </p:nvGraphicFramePr>
        <p:xfrm>
          <a:off x="3098139" y="3717032"/>
          <a:ext cx="6264696" cy="2286000"/>
        </p:xfrm>
        <a:graphic>
          <a:graphicData uri="http://schemas.openxmlformats.org/drawingml/2006/table">
            <a:tbl>
              <a:tblPr firstRow="1" bandRow="1">
                <a:tableStyleId>{5C22544A-7EE6-4342-B048-85BDC9FD1C3A}</a:tableStyleId>
              </a:tblPr>
              <a:tblGrid>
                <a:gridCol w="2853845">
                  <a:extLst>
                    <a:ext uri="{9D8B030D-6E8A-4147-A177-3AD203B41FA5}">
                      <a16:colId xmlns:a16="http://schemas.microsoft.com/office/drawing/2014/main" val="3788566778"/>
                    </a:ext>
                  </a:extLst>
                </a:gridCol>
                <a:gridCol w="3410851">
                  <a:extLst>
                    <a:ext uri="{9D8B030D-6E8A-4147-A177-3AD203B41FA5}">
                      <a16:colId xmlns:a16="http://schemas.microsoft.com/office/drawing/2014/main" val="511329248"/>
                    </a:ext>
                  </a:extLst>
                </a:gridCol>
              </a:tblGrid>
              <a:tr h="370840">
                <a:tc>
                  <a:txBody>
                    <a:bodyPr/>
                    <a:lstStyle/>
                    <a:p>
                      <a:r>
                        <a:rPr lang="en-US" sz="2000" b="1" dirty="0" err="1">
                          <a:solidFill>
                            <a:schemeClr val="tx1"/>
                          </a:solidFill>
                          <a:latin typeface="Times New Roman (Headings)"/>
                        </a:rPr>
                        <a:t>Giảng</a:t>
                      </a:r>
                      <a:r>
                        <a:rPr lang="en-US" sz="2000" b="1" dirty="0">
                          <a:solidFill>
                            <a:schemeClr val="tx1"/>
                          </a:solidFill>
                          <a:latin typeface="Times New Roman (Headings)"/>
                        </a:rPr>
                        <a:t> </a:t>
                      </a:r>
                      <a:r>
                        <a:rPr lang="en-US" sz="2000" b="1" dirty="0" err="1">
                          <a:solidFill>
                            <a:schemeClr val="tx1"/>
                          </a:solidFill>
                          <a:latin typeface="Times New Roman (Headings)"/>
                        </a:rPr>
                        <a:t>viên</a:t>
                      </a:r>
                      <a:r>
                        <a:rPr lang="en-US" sz="2000" b="1" dirty="0">
                          <a:solidFill>
                            <a:schemeClr val="tx1"/>
                          </a:solidFill>
                          <a:latin typeface="Times New Roman (Headings)"/>
                        </a:rPr>
                        <a:t> </a:t>
                      </a:r>
                      <a:r>
                        <a:rPr lang="en-US" sz="2000" b="1" dirty="0" err="1">
                          <a:solidFill>
                            <a:schemeClr val="tx1"/>
                          </a:solidFill>
                          <a:latin typeface="Times New Roman (Headings)"/>
                        </a:rPr>
                        <a:t>hướng</a:t>
                      </a:r>
                      <a:r>
                        <a:rPr lang="en-US" sz="2000" b="1" dirty="0">
                          <a:solidFill>
                            <a:schemeClr val="tx1"/>
                          </a:solidFill>
                          <a:latin typeface="Times New Roman (Headings)"/>
                        </a:rPr>
                        <a:t> </a:t>
                      </a:r>
                      <a:r>
                        <a:rPr lang="en-US" sz="2000" b="1" dirty="0" err="1">
                          <a:solidFill>
                            <a:schemeClr val="tx1"/>
                          </a:solidFill>
                          <a:latin typeface="Times New Roman (Headings)"/>
                        </a:rPr>
                        <a:t>dẫn</a:t>
                      </a:r>
                      <a:r>
                        <a:rPr lang="en-US" sz="2000" b="1" dirty="0">
                          <a:solidFill>
                            <a:schemeClr val="tx1"/>
                          </a:solidFill>
                          <a:latin typeface="Times New Roman (Headings)"/>
                        </a:rPr>
                        <a:t>:</a:t>
                      </a:r>
                      <a:endParaRPr lang="en-GB" sz="2000" b="1" dirty="0">
                        <a:solidFill>
                          <a:schemeClr val="tx1"/>
                        </a:solidFill>
                        <a:latin typeface="Times New Roman (Headings)"/>
                      </a:endParaRPr>
                    </a:p>
                  </a:txBody>
                  <a:tcPr>
                    <a:noFill/>
                  </a:tcPr>
                </a:tc>
                <a:tc>
                  <a:txBody>
                    <a:bodyPr/>
                    <a:lstStyle/>
                    <a:p>
                      <a:r>
                        <a:rPr lang="en-US" sz="2000" b="1" dirty="0">
                          <a:solidFill>
                            <a:schemeClr val="tx1"/>
                          </a:solidFill>
                          <a:latin typeface="Times New Roman (Headings)"/>
                        </a:rPr>
                        <a:t>TS. </a:t>
                      </a:r>
                      <a:r>
                        <a:rPr lang="en-US" sz="2000" b="1" dirty="0" err="1">
                          <a:solidFill>
                            <a:schemeClr val="tx1"/>
                          </a:solidFill>
                          <a:latin typeface="Times New Roman (Headings)"/>
                        </a:rPr>
                        <a:t>Trần</a:t>
                      </a:r>
                      <a:r>
                        <a:rPr lang="en-US" sz="2000" b="1" dirty="0">
                          <a:solidFill>
                            <a:schemeClr val="tx1"/>
                          </a:solidFill>
                          <a:latin typeface="Times New Roman (Headings)"/>
                        </a:rPr>
                        <a:t> </a:t>
                      </a:r>
                      <a:r>
                        <a:rPr lang="en-US" sz="2000" b="1" err="1">
                          <a:solidFill>
                            <a:schemeClr val="tx1"/>
                          </a:solidFill>
                          <a:latin typeface="Times New Roman (Headings)"/>
                        </a:rPr>
                        <a:t>Mạnh</a:t>
                      </a:r>
                      <a:r>
                        <a:rPr lang="en-US" sz="2000" b="1">
                          <a:solidFill>
                            <a:schemeClr val="tx1"/>
                          </a:solidFill>
                          <a:latin typeface="Times New Roman (Headings)"/>
                        </a:rPr>
                        <a:t> Tuấn</a:t>
                      </a:r>
                    </a:p>
                    <a:p>
                      <a:r>
                        <a:rPr lang="en-US" sz="2000" b="1">
                          <a:solidFill>
                            <a:schemeClr val="tx1"/>
                          </a:solidFill>
                          <a:latin typeface="Times New Roman (Headings)"/>
                        </a:rPr>
                        <a:t>TS. Lê Minh Tuấn</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2068085754"/>
                  </a:ext>
                </a:extLst>
              </a:tr>
              <a:tr h="370840">
                <a:tc>
                  <a:txBody>
                    <a:bodyPr/>
                    <a:lstStyle/>
                    <a:p>
                      <a:r>
                        <a:rPr lang="en-US" sz="2000" b="1" dirty="0" err="1">
                          <a:solidFill>
                            <a:schemeClr val="tx1"/>
                          </a:solidFill>
                          <a:latin typeface="Times New Roman (Headings)"/>
                        </a:rPr>
                        <a:t>Bộ</a:t>
                      </a:r>
                      <a:r>
                        <a:rPr lang="en-US" sz="2000" b="1" dirty="0">
                          <a:solidFill>
                            <a:schemeClr val="tx1"/>
                          </a:solidFill>
                          <a:latin typeface="Times New Roman (Headings)"/>
                        </a:rPr>
                        <a:t> </a:t>
                      </a:r>
                      <a:r>
                        <a:rPr lang="en-US" sz="2000" b="1" dirty="0" err="1">
                          <a:solidFill>
                            <a:schemeClr val="tx1"/>
                          </a:solidFill>
                          <a:latin typeface="Times New Roman (Headings)"/>
                        </a:rPr>
                        <a:t>môn</a:t>
                      </a:r>
                      <a:r>
                        <a:rPr lang="en-US" sz="2000" b="1" dirty="0">
                          <a:solidFill>
                            <a:schemeClr val="tx1"/>
                          </a:solidFill>
                          <a:latin typeface="Times New Roman (Headings)"/>
                        </a:rPr>
                        <a:t> </a:t>
                      </a:r>
                      <a:r>
                        <a:rPr lang="en-US" sz="2000" b="1" dirty="0" err="1">
                          <a:solidFill>
                            <a:schemeClr val="tx1"/>
                          </a:solidFill>
                          <a:latin typeface="Times New Roman (Headings)"/>
                        </a:rPr>
                        <a:t>quản</a:t>
                      </a:r>
                      <a:r>
                        <a:rPr lang="en-US" sz="2000" b="1" dirty="0">
                          <a:solidFill>
                            <a:schemeClr val="tx1"/>
                          </a:solidFill>
                          <a:latin typeface="Times New Roman (Headings)"/>
                        </a:rPr>
                        <a:t> </a:t>
                      </a:r>
                      <a:r>
                        <a:rPr lang="en-US" sz="2000" b="1" dirty="0" err="1">
                          <a:solidFill>
                            <a:schemeClr val="tx1"/>
                          </a:solidFill>
                          <a:latin typeface="Times New Roman (Headings)"/>
                        </a:rPr>
                        <a:t>lý</a:t>
                      </a:r>
                      <a:r>
                        <a:rPr lang="en-US" sz="2000" b="1" dirty="0">
                          <a:solidFill>
                            <a:schemeClr val="tx1"/>
                          </a:solidFill>
                          <a:latin typeface="Times New Roman (Headings)"/>
                        </a:rPr>
                        <a:t>: </a:t>
                      </a:r>
                      <a:endParaRPr lang="en-GB" sz="2000" b="1" dirty="0">
                        <a:solidFill>
                          <a:schemeClr val="tx1"/>
                        </a:solidFill>
                        <a:latin typeface="Times New Roman (Headings)"/>
                      </a:endParaRPr>
                    </a:p>
                  </a:txBody>
                  <a:tcPr>
                    <a:noFill/>
                  </a:tcPr>
                </a:tc>
                <a:tc>
                  <a:txBody>
                    <a:bodyPr/>
                    <a:lstStyle/>
                    <a:p>
                      <a:r>
                        <a:rPr lang="en-US" sz="2000" b="1" dirty="0" err="1">
                          <a:solidFill>
                            <a:schemeClr val="tx1"/>
                          </a:solidFill>
                          <a:latin typeface="Times New Roman (Headings)"/>
                        </a:rPr>
                        <a:t>Hệ</a:t>
                      </a:r>
                      <a:r>
                        <a:rPr lang="en-US" sz="2000" b="1" dirty="0">
                          <a:solidFill>
                            <a:schemeClr val="tx1"/>
                          </a:solidFill>
                          <a:latin typeface="Times New Roman (Headings)"/>
                        </a:rPr>
                        <a:t> </a:t>
                      </a:r>
                      <a:r>
                        <a:rPr lang="en-US" sz="2000" b="1" dirty="0" err="1">
                          <a:solidFill>
                            <a:schemeClr val="tx1"/>
                          </a:solidFill>
                          <a:latin typeface="Times New Roman (Headings)"/>
                        </a:rPr>
                        <a:t>thống</a:t>
                      </a:r>
                      <a:r>
                        <a:rPr lang="en-US" sz="2000" b="1" dirty="0">
                          <a:solidFill>
                            <a:schemeClr val="tx1"/>
                          </a:solidFill>
                          <a:latin typeface="Times New Roman (Headings)"/>
                        </a:rPr>
                        <a:t> </a:t>
                      </a:r>
                      <a:r>
                        <a:rPr lang="en-US" sz="2000" b="1" dirty="0" err="1">
                          <a:solidFill>
                            <a:schemeClr val="tx1"/>
                          </a:solidFill>
                          <a:latin typeface="Times New Roman (Headings)"/>
                        </a:rPr>
                        <a:t>thông</a:t>
                      </a:r>
                      <a:r>
                        <a:rPr lang="en-US" sz="2000" b="1" dirty="0">
                          <a:solidFill>
                            <a:schemeClr val="tx1"/>
                          </a:solidFill>
                          <a:latin typeface="Times New Roman (Headings)"/>
                        </a:rPr>
                        <a:t> tin</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4055888495"/>
                  </a:ext>
                </a:extLst>
              </a:tr>
              <a:tr h="370840">
                <a:tc>
                  <a:txBody>
                    <a:bodyPr/>
                    <a:lstStyle/>
                    <a:p>
                      <a:r>
                        <a:rPr lang="en-US" sz="2000" b="1" dirty="0" err="1">
                          <a:solidFill>
                            <a:schemeClr val="tx1"/>
                          </a:solidFill>
                          <a:latin typeface="Times New Roman (Headings)"/>
                        </a:rPr>
                        <a:t>Học</a:t>
                      </a:r>
                      <a:r>
                        <a:rPr lang="en-US" sz="2000" b="1" dirty="0">
                          <a:solidFill>
                            <a:schemeClr val="tx1"/>
                          </a:solidFill>
                          <a:latin typeface="Times New Roman (Headings)"/>
                        </a:rPr>
                        <a:t> </a:t>
                      </a:r>
                      <a:r>
                        <a:rPr lang="en-US" sz="2000" b="1" dirty="0" err="1">
                          <a:solidFill>
                            <a:schemeClr val="tx1"/>
                          </a:solidFill>
                          <a:latin typeface="Times New Roman (Headings)"/>
                        </a:rPr>
                        <a:t>viên</a:t>
                      </a:r>
                      <a:r>
                        <a:rPr lang="en-US" sz="2000" b="1" dirty="0">
                          <a:solidFill>
                            <a:schemeClr val="tx1"/>
                          </a:solidFill>
                          <a:latin typeface="Times New Roman (Headings)"/>
                        </a:rPr>
                        <a:t>:</a:t>
                      </a:r>
                      <a:endParaRPr lang="en-GB" sz="2000" b="1" dirty="0">
                        <a:solidFill>
                          <a:schemeClr val="tx1"/>
                        </a:solidFill>
                        <a:latin typeface="Times New Roman (Headings)"/>
                      </a:endParaRPr>
                    </a:p>
                  </a:txBody>
                  <a:tcPr>
                    <a:noFill/>
                  </a:tcPr>
                </a:tc>
                <a:tc>
                  <a:txBody>
                    <a:bodyPr/>
                    <a:lstStyle/>
                    <a:p>
                      <a:r>
                        <a:rPr lang="en-US" sz="2000" b="1">
                          <a:solidFill>
                            <a:schemeClr val="tx1"/>
                          </a:solidFill>
                          <a:latin typeface="Times New Roman (Headings)"/>
                        </a:rPr>
                        <a:t>Nguyễn Trọng Anh</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2117280944"/>
                  </a:ext>
                </a:extLst>
              </a:tr>
              <a:tr h="370840">
                <a:tc>
                  <a:txBody>
                    <a:bodyPr/>
                    <a:lstStyle/>
                    <a:p>
                      <a:r>
                        <a:rPr lang="en-US" sz="2000" b="1" dirty="0" err="1">
                          <a:solidFill>
                            <a:schemeClr val="tx1"/>
                          </a:solidFill>
                          <a:latin typeface="Times New Roman (Headings)"/>
                        </a:rPr>
                        <a:t>Lớp</a:t>
                      </a:r>
                      <a:r>
                        <a:rPr lang="en-US" sz="2000" b="1" dirty="0">
                          <a:solidFill>
                            <a:schemeClr val="tx1"/>
                          </a:solidFill>
                          <a:latin typeface="Times New Roman (Headings)"/>
                        </a:rPr>
                        <a:t>:</a:t>
                      </a:r>
                      <a:endParaRPr lang="en-GB" sz="2000" b="1" dirty="0">
                        <a:solidFill>
                          <a:schemeClr val="tx1"/>
                        </a:solidFill>
                        <a:latin typeface="Times New Roman (Headings)"/>
                      </a:endParaRPr>
                    </a:p>
                  </a:txBody>
                  <a:tcPr>
                    <a:noFill/>
                  </a:tcPr>
                </a:tc>
                <a:tc>
                  <a:txBody>
                    <a:bodyPr/>
                    <a:lstStyle/>
                    <a:p>
                      <a:r>
                        <a:rPr lang="en-US" sz="2000" b="1">
                          <a:solidFill>
                            <a:schemeClr val="tx1"/>
                          </a:solidFill>
                          <a:latin typeface="Times New Roman (Headings)"/>
                        </a:rPr>
                        <a:t>31CNTT21</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4156310157"/>
                  </a:ext>
                </a:extLst>
              </a:tr>
              <a:tr h="370840">
                <a:tc>
                  <a:txBody>
                    <a:bodyPr/>
                    <a:lstStyle/>
                    <a:p>
                      <a:r>
                        <a:rPr lang="en-US" sz="2000" b="1" dirty="0" err="1">
                          <a:solidFill>
                            <a:schemeClr val="tx1"/>
                          </a:solidFill>
                          <a:latin typeface="Times New Roman (Headings)"/>
                        </a:rPr>
                        <a:t>Mã</a:t>
                      </a:r>
                      <a:r>
                        <a:rPr lang="en-US" sz="2000" b="1" dirty="0">
                          <a:solidFill>
                            <a:schemeClr val="tx1"/>
                          </a:solidFill>
                          <a:latin typeface="Times New Roman (Headings)"/>
                        </a:rPr>
                        <a:t> </a:t>
                      </a:r>
                      <a:r>
                        <a:rPr lang="en-US" sz="2000" b="1" dirty="0" err="1">
                          <a:solidFill>
                            <a:schemeClr val="tx1"/>
                          </a:solidFill>
                          <a:latin typeface="Times New Roman (Headings)"/>
                        </a:rPr>
                        <a:t>học</a:t>
                      </a:r>
                      <a:r>
                        <a:rPr lang="en-US" sz="2000" b="1" dirty="0">
                          <a:solidFill>
                            <a:schemeClr val="tx1"/>
                          </a:solidFill>
                          <a:latin typeface="Times New Roman (Headings)"/>
                        </a:rPr>
                        <a:t> </a:t>
                      </a:r>
                      <a:r>
                        <a:rPr lang="en-US" sz="2000" b="1" dirty="0" err="1">
                          <a:solidFill>
                            <a:schemeClr val="tx1"/>
                          </a:solidFill>
                          <a:latin typeface="Times New Roman (Headings)"/>
                        </a:rPr>
                        <a:t>viên</a:t>
                      </a:r>
                      <a:r>
                        <a:rPr lang="en-US" sz="2000" b="1" dirty="0">
                          <a:solidFill>
                            <a:schemeClr val="tx1"/>
                          </a:solidFill>
                          <a:latin typeface="Times New Roman (Headings)"/>
                        </a:rPr>
                        <a:t>:</a:t>
                      </a:r>
                      <a:endParaRPr lang="en-GB" sz="2000" b="1" dirty="0">
                        <a:solidFill>
                          <a:schemeClr val="tx1"/>
                        </a:solidFill>
                        <a:latin typeface="Times New Roman (Headings)"/>
                      </a:endParaRPr>
                    </a:p>
                  </a:txBody>
                  <a:tcPr>
                    <a:noFill/>
                  </a:tcPr>
                </a:tc>
                <a:tc>
                  <a:txBody>
                    <a:bodyPr/>
                    <a:lstStyle/>
                    <a:p>
                      <a:r>
                        <a:rPr lang="en-US" sz="1800" b="1" kern="1200">
                          <a:solidFill>
                            <a:schemeClr val="dk1"/>
                          </a:solidFill>
                          <a:effectLst/>
                          <a:latin typeface="+mn-lt"/>
                          <a:ea typeface="+mn-ea"/>
                          <a:cs typeface="+mn-cs"/>
                        </a:rPr>
                        <a:t>2</a:t>
                      </a:r>
                      <a:r>
                        <a:rPr lang="vi-VN" sz="1800" b="1" kern="1200">
                          <a:solidFill>
                            <a:schemeClr val="dk1"/>
                          </a:solidFill>
                          <a:effectLst/>
                          <a:latin typeface="+mn-lt"/>
                          <a:ea typeface="+mn-ea"/>
                          <a:cs typeface="+mn-cs"/>
                        </a:rPr>
                        <a:t>3</a:t>
                      </a:r>
                      <a:r>
                        <a:rPr lang="en-US" sz="1800" b="1" kern="1200">
                          <a:solidFill>
                            <a:schemeClr val="dk1"/>
                          </a:solidFill>
                          <a:effectLst/>
                          <a:latin typeface="+mn-lt"/>
                          <a:ea typeface="+mn-ea"/>
                          <a:cs typeface="+mn-cs"/>
                        </a:rPr>
                        <a:t>821</a:t>
                      </a:r>
                      <a:r>
                        <a:rPr lang="vi-VN" sz="1800" b="1" kern="1200">
                          <a:solidFill>
                            <a:schemeClr val="dk1"/>
                          </a:solidFill>
                          <a:effectLst/>
                          <a:latin typeface="+mn-lt"/>
                          <a:ea typeface="+mn-ea"/>
                          <a:cs typeface="+mn-cs"/>
                        </a:rPr>
                        <a:t>75</a:t>
                      </a:r>
                      <a:r>
                        <a:rPr lang="en-US" sz="1800" b="1" kern="1200">
                          <a:solidFill>
                            <a:schemeClr val="dk1"/>
                          </a:solidFill>
                          <a:effectLst/>
                          <a:latin typeface="+mn-lt"/>
                          <a:ea typeface="+mn-ea"/>
                          <a:cs typeface="+mn-cs"/>
                        </a:rPr>
                        <a:t>01</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2359149900"/>
                  </a:ext>
                </a:extLst>
              </a:tr>
            </a:tbl>
          </a:graphicData>
        </a:graphic>
      </p:graphicFrame>
      <p:sp>
        <p:nvSpPr>
          <p:cNvPr id="19" name="TextBox 18">
            <a:extLst>
              <a:ext uri="{FF2B5EF4-FFF2-40B4-BE49-F238E27FC236}">
                <a16:creationId xmlns:a16="http://schemas.microsoft.com/office/drawing/2014/main" id="{21531CFF-4025-7393-20C4-FB9608B4654E}"/>
              </a:ext>
            </a:extLst>
          </p:cNvPr>
          <p:cNvSpPr txBox="1"/>
          <p:nvPr/>
        </p:nvSpPr>
        <p:spPr>
          <a:xfrm>
            <a:off x="0" y="6488668"/>
            <a:ext cx="12192000" cy="369332"/>
          </a:xfrm>
          <a:prstGeom prst="rect">
            <a:avLst/>
          </a:prstGeom>
          <a:noFill/>
        </p:spPr>
        <p:txBody>
          <a:bodyPr wrap="square" rtlCol="0">
            <a:spAutoFit/>
          </a:bodyPr>
          <a:lstStyle/>
          <a:p>
            <a:pPr algn="ctr"/>
            <a:r>
              <a:rPr lang="en-US">
                <a:latin typeface="Times New Roman" panose="02020603050405020304" pitchFamily="18" charset="0"/>
                <a:cs typeface="Times New Roman" panose="02020603050405020304" pitchFamily="18" charset="0"/>
              </a:rPr>
              <a:t>Tháng 9 </a:t>
            </a:r>
            <a:r>
              <a:rPr lang="en-US" err="1">
                <a:latin typeface="Times New Roman" panose="02020603050405020304" pitchFamily="18" charset="0"/>
                <a:cs typeface="Times New Roman" panose="02020603050405020304" pitchFamily="18" charset="0"/>
              </a:rPr>
              <a:t>năm</a:t>
            </a:r>
            <a:r>
              <a:rPr lang="en-US">
                <a:latin typeface="Times New Roman" panose="02020603050405020304" pitchFamily="18" charset="0"/>
                <a:cs typeface="Times New Roman" panose="02020603050405020304" pitchFamily="18" charset="0"/>
              </a:rPr>
              <a:t> 2025</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1410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2B6B5-6F94-D2E8-28E6-FF51A3DC6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6F6B17-DED5-C299-408F-6625B0C37D0D}"/>
              </a:ext>
            </a:extLst>
          </p:cNvPr>
          <p:cNvSpPr>
            <a:spLocks noGrp="1"/>
          </p:cNvSpPr>
          <p:nvPr>
            <p:ph type="title"/>
          </p:nvPr>
        </p:nvSpPr>
        <p:spPr>
          <a:xfrm>
            <a:off x="677334" y="732367"/>
            <a:ext cx="10819266" cy="968442"/>
          </a:xfrm>
        </p:spPr>
        <p:txBody>
          <a:bodyPr>
            <a:normAutofit/>
          </a:bodyPr>
          <a:lstStyle/>
          <a:p>
            <a:pPr algn="ctr"/>
            <a:r>
              <a:rPr lang="en-US" dirty="0">
                <a:solidFill>
                  <a:schemeClr val="tx1"/>
                </a:solidFill>
                <a:latin typeface="Times New Roman (Headings)"/>
              </a:rPr>
              <a:t>NỘI </a:t>
            </a:r>
            <a:r>
              <a:rPr lang="en-US">
                <a:solidFill>
                  <a:schemeClr val="tx1"/>
                </a:solidFill>
                <a:latin typeface="Times New Roman (Headings)"/>
              </a:rPr>
              <a:t>DUNG TRÌNH BÀY</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DB53541-C917-2A3E-B64F-4DBD413618E8}"/>
              </a:ext>
            </a:extLst>
          </p:cNvPr>
          <p:cNvGrpSpPr/>
          <p:nvPr/>
        </p:nvGrpSpPr>
        <p:grpSpPr>
          <a:xfrm>
            <a:off x="167474" y="141194"/>
            <a:ext cx="3120214" cy="666192"/>
            <a:chOff x="167474" y="141194"/>
            <a:chExt cx="4385547" cy="1038014"/>
          </a:xfrm>
        </p:grpSpPr>
        <p:pic>
          <p:nvPicPr>
            <p:cNvPr id="5" name="Picture 4">
              <a:extLst>
                <a:ext uri="{FF2B5EF4-FFF2-40B4-BE49-F238E27FC236}">
                  <a16:creationId xmlns:a16="http://schemas.microsoft.com/office/drawing/2014/main" id="{D15441D4-0FEF-D632-4B88-5246B2E763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85A5E619-8D97-938C-5C64-B88B5AE16218}"/>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graphicFrame>
        <p:nvGraphicFramePr>
          <p:cNvPr id="13" name="Diagram 12">
            <a:extLst>
              <a:ext uri="{FF2B5EF4-FFF2-40B4-BE49-F238E27FC236}">
                <a16:creationId xmlns:a16="http://schemas.microsoft.com/office/drawing/2014/main" id="{C333297E-DDBE-F275-FC6A-E846D2D1FC1A}"/>
              </a:ext>
            </a:extLst>
          </p:cNvPr>
          <p:cNvGraphicFramePr/>
          <p:nvPr>
            <p:extLst>
              <p:ext uri="{D42A27DB-BD31-4B8C-83A1-F6EECF244321}">
                <p14:modId xmlns:p14="http://schemas.microsoft.com/office/powerpoint/2010/main" val="713782219"/>
              </p:ext>
            </p:extLst>
          </p:nvPr>
        </p:nvGraphicFramePr>
        <p:xfrm>
          <a:off x="677334" y="1902776"/>
          <a:ext cx="10891274" cy="3686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07842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86367" y="861808"/>
            <a:ext cx="10819266" cy="696723"/>
          </a:xfrm>
        </p:spPr>
        <p:txBody>
          <a:bodyPr>
            <a:normAutofit fontScale="90000"/>
          </a:bodyPr>
          <a:lstStyle/>
          <a:p>
            <a:pPr algn="ctr"/>
            <a:r>
              <a:rPr lang="en-US">
                <a:solidFill>
                  <a:schemeClr val="tx1"/>
                </a:solidFill>
                <a:latin typeface="Times New Roman (Headings)"/>
              </a:rPr>
              <a:t>1. Giới thiệu chung</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91344" y="83422"/>
            <a:ext cx="3120214" cy="666192"/>
            <a:chOff x="167474" y="141194"/>
            <a:chExt cx="4385547" cy="103801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graphicFrame>
        <p:nvGraphicFramePr>
          <p:cNvPr id="7" name="Diagram 6">
            <a:extLst>
              <a:ext uri="{FF2B5EF4-FFF2-40B4-BE49-F238E27FC236}">
                <a16:creationId xmlns:a16="http://schemas.microsoft.com/office/drawing/2014/main" id="{28DCED7E-6313-1758-92A0-6CB987798A92}"/>
              </a:ext>
            </a:extLst>
          </p:cNvPr>
          <p:cNvGraphicFramePr/>
          <p:nvPr>
            <p:extLst>
              <p:ext uri="{D42A27DB-BD31-4B8C-83A1-F6EECF244321}">
                <p14:modId xmlns:p14="http://schemas.microsoft.com/office/powerpoint/2010/main" val="655863644"/>
              </p:ext>
            </p:extLst>
          </p:nvPr>
        </p:nvGraphicFramePr>
        <p:xfrm>
          <a:off x="1091444" y="1916832"/>
          <a:ext cx="10009112" cy="4176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03091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Tính cấp thiết</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666192"/>
            <a:chOff x="167474" y="141194"/>
            <a:chExt cx="4385547" cy="103801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graphicFrame>
        <p:nvGraphicFramePr>
          <p:cNvPr id="3" name="Diagram 2">
            <a:extLst>
              <a:ext uri="{FF2B5EF4-FFF2-40B4-BE49-F238E27FC236}">
                <a16:creationId xmlns:a16="http://schemas.microsoft.com/office/drawing/2014/main" id="{3C07B5BA-467E-D270-94EC-943A9CBD622E}"/>
              </a:ext>
            </a:extLst>
          </p:cNvPr>
          <p:cNvGraphicFramePr/>
          <p:nvPr>
            <p:extLst>
              <p:ext uri="{D42A27DB-BD31-4B8C-83A1-F6EECF244321}">
                <p14:modId xmlns:p14="http://schemas.microsoft.com/office/powerpoint/2010/main" val="3458720210"/>
              </p:ext>
            </p:extLst>
          </p:nvPr>
        </p:nvGraphicFramePr>
        <p:xfrm>
          <a:off x="263352" y="1908069"/>
          <a:ext cx="11233248" cy="41172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59145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2. Nội dung đề tài</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666192"/>
            <a:chOff x="167474" y="141194"/>
            <a:chExt cx="4385547" cy="103801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graphicFrame>
        <p:nvGraphicFramePr>
          <p:cNvPr id="7" name="Diagram 6">
            <a:extLst>
              <a:ext uri="{FF2B5EF4-FFF2-40B4-BE49-F238E27FC236}">
                <a16:creationId xmlns:a16="http://schemas.microsoft.com/office/drawing/2014/main" id="{AD486210-AF08-6E6A-AF44-1E5649D0C3F0}"/>
              </a:ext>
            </a:extLst>
          </p:cNvPr>
          <p:cNvGraphicFramePr/>
          <p:nvPr>
            <p:extLst>
              <p:ext uri="{D42A27DB-BD31-4B8C-83A1-F6EECF244321}">
                <p14:modId xmlns:p14="http://schemas.microsoft.com/office/powerpoint/2010/main" val="3763564595"/>
              </p:ext>
            </p:extLst>
          </p:nvPr>
        </p:nvGraphicFramePr>
        <p:xfrm>
          <a:off x="1055440" y="1844823"/>
          <a:ext cx="10297144" cy="428080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68588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689CCE-72CD-B7CB-9E85-9933ABB640E0}"/>
              </a:ext>
            </a:extLst>
          </p:cNvPr>
          <p:cNvSpPr>
            <a:spLocks noGrp="1"/>
          </p:cNvSpPr>
          <p:nvPr>
            <p:ph type="title"/>
          </p:nvPr>
        </p:nvSpPr>
        <p:spPr>
          <a:xfrm>
            <a:off x="1055440" y="692696"/>
            <a:ext cx="10657184" cy="908720"/>
          </a:xfrm>
        </p:spPr>
        <p:txBody>
          <a:bodyPr>
            <a:normAutofit/>
          </a:bodyPr>
          <a:lstStyle/>
          <a:p>
            <a:pPr algn="ctr"/>
            <a:r>
              <a:rPr lang="en-US">
                <a:solidFill>
                  <a:schemeClr val="tx1"/>
                </a:solidFill>
                <a:latin typeface="Times New Roman (Headings)"/>
              </a:rPr>
              <a:t>Đầu vào của bài toán</a:t>
            </a:r>
            <a:endParaRPr lang="en-GB" dirty="0">
              <a:solidFill>
                <a:schemeClr val="tx1"/>
              </a:solidFill>
              <a:latin typeface="Times New Roman (Headings)"/>
            </a:endParaRPr>
          </a:p>
        </p:txBody>
      </p:sp>
      <p:graphicFrame>
        <p:nvGraphicFramePr>
          <p:cNvPr id="2" name="Diagram 1">
            <a:extLst>
              <a:ext uri="{FF2B5EF4-FFF2-40B4-BE49-F238E27FC236}">
                <a16:creationId xmlns:a16="http://schemas.microsoft.com/office/drawing/2014/main" id="{067B030D-9A52-B2B6-188F-FC4278A3F69A}"/>
              </a:ext>
            </a:extLst>
          </p:cNvPr>
          <p:cNvGraphicFramePr/>
          <p:nvPr>
            <p:extLst>
              <p:ext uri="{D42A27DB-BD31-4B8C-83A1-F6EECF244321}">
                <p14:modId xmlns:p14="http://schemas.microsoft.com/office/powerpoint/2010/main" val="4052328675"/>
              </p:ext>
            </p:extLst>
          </p:nvPr>
        </p:nvGraphicFramePr>
        <p:xfrm>
          <a:off x="1055440" y="1844824"/>
          <a:ext cx="10657184" cy="4320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4665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39E70-49CA-6B71-0469-6588520EDAE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3D94A5A-355E-ED4A-BD4E-864282EDDD60}"/>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Đầu ra của bài toán</a:t>
            </a:r>
            <a:endParaRPr lang="en-GB" dirty="0">
              <a:solidFill>
                <a:schemeClr val="tx1"/>
              </a:solidFill>
              <a:latin typeface="Times New Roman (Headings)"/>
            </a:endParaRPr>
          </a:p>
        </p:txBody>
      </p:sp>
      <p:graphicFrame>
        <p:nvGraphicFramePr>
          <p:cNvPr id="2" name="Diagram 1">
            <a:extLst>
              <a:ext uri="{FF2B5EF4-FFF2-40B4-BE49-F238E27FC236}">
                <a16:creationId xmlns:a16="http://schemas.microsoft.com/office/drawing/2014/main" id="{EDD381F2-CAC8-B5EA-0C84-02716F2D8E26}"/>
              </a:ext>
            </a:extLst>
          </p:cNvPr>
          <p:cNvGraphicFramePr/>
          <p:nvPr>
            <p:extLst>
              <p:ext uri="{D42A27DB-BD31-4B8C-83A1-F6EECF244321}">
                <p14:modId xmlns:p14="http://schemas.microsoft.com/office/powerpoint/2010/main" val="1148941835"/>
              </p:ext>
            </p:extLst>
          </p:nvPr>
        </p:nvGraphicFramePr>
        <p:xfrm>
          <a:off x="1055440" y="1844824"/>
          <a:ext cx="10297144" cy="4536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07673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30FF3-73A5-5741-5B5B-E3B40447E50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6065F32-8A59-2066-BF83-6443FFE3ACEB}"/>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Ràng buộc cứng</a:t>
            </a:r>
            <a:endParaRPr lang="en-GB" dirty="0">
              <a:solidFill>
                <a:schemeClr val="tx1"/>
              </a:solidFill>
              <a:latin typeface="Times New Roman (Headings)"/>
            </a:endParaRPr>
          </a:p>
        </p:txBody>
      </p:sp>
      <p:graphicFrame>
        <p:nvGraphicFramePr>
          <p:cNvPr id="2" name="Diagram 1">
            <a:extLst>
              <a:ext uri="{FF2B5EF4-FFF2-40B4-BE49-F238E27FC236}">
                <a16:creationId xmlns:a16="http://schemas.microsoft.com/office/drawing/2014/main" id="{BD6DF65A-0BB7-4238-BDBB-C92CAD8760F4}"/>
              </a:ext>
            </a:extLst>
          </p:cNvPr>
          <p:cNvGraphicFramePr/>
          <p:nvPr>
            <p:extLst>
              <p:ext uri="{D42A27DB-BD31-4B8C-83A1-F6EECF244321}">
                <p14:modId xmlns:p14="http://schemas.microsoft.com/office/powerpoint/2010/main" val="1062894948"/>
              </p:ext>
            </p:extLst>
          </p:nvPr>
        </p:nvGraphicFramePr>
        <p:xfrm>
          <a:off x="695400" y="1844824"/>
          <a:ext cx="11161240" cy="4320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0631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F38AB-EAA1-8C8C-18AF-7E42B963255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E58D298-95EE-E1D3-3150-5709B6D769AD}"/>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Ràng buộc mềm</a:t>
            </a:r>
            <a:endParaRPr lang="en-GB" dirty="0">
              <a:solidFill>
                <a:schemeClr val="tx1"/>
              </a:solidFill>
              <a:latin typeface="Times New Roman (Headings)"/>
            </a:endParaRPr>
          </a:p>
        </p:txBody>
      </p:sp>
      <p:graphicFrame>
        <p:nvGraphicFramePr>
          <p:cNvPr id="2" name="Diagram 1">
            <a:extLst>
              <a:ext uri="{FF2B5EF4-FFF2-40B4-BE49-F238E27FC236}">
                <a16:creationId xmlns:a16="http://schemas.microsoft.com/office/drawing/2014/main" id="{296AF4CB-B03A-2078-5E83-6B1654A0D49F}"/>
              </a:ext>
            </a:extLst>
          </p:cNvPr>
          <p:cNvGraphicFramePr/>
          <p:nvPr>
            <p:extLst>
              <p:ext uri="{D42A27DB-BD31-4B8C-83A1-F6EECF244321}">
                <p14:modId xmlns:p14="http://schemas.microsoft.com/office/powerpoint/2010/main" val="1560813512"/>
              </p:ext>
            </p:extLst>
          </p:nvPr>
        </p:nvGraphicFramePr>
        <p:xfrm>
          <a:off x="623392" y="1988840"/>
          <a:ext cx="10945216" cy="3960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0364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582A02E-9F0D-1907-E23D-95A95EE441D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61D1E8A-93E8-8E63-4F7D-0DBDA823BF56}"/>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3. Mô hình tổng quát giải thuật di truyền</a:t>
            </a:r>
            <a:endParaRPr lang="en-GB" dirty="0">
              <a:solidFill>
                <a:schemeClr val="tx1"/>
              </a:solidFill>
              <a:latin typeface="Times New Roman (Headings)"/>
            </a:endParaRPr>
          </a:p>
        </p:txBody>
      </p:sp>
      <p:graphicFrame>
        <p:nvGraphicFramePr>
          <p:cNvPr id="2" name="Diagram 1">
            <a:extLst>
              <a:ext uri="{FF2B5EF4-FFF2-40B4-BE49-F238E27FC236}">
                <a16:creationId xmlns:a16="http://schemas.microsoft.com/office/drawing/2014/main" id="{F4EB74D7-833E-FE50-701B-86EAA9DCED50}"/>
              </a:ext>
            </a:extLst>
          </p:cNvPr>
          <p:cNvGraphicFramePr/>
          <p:nvPr>
            <p:extLst>
              <p:ext uri="{D42A27DB-BD31-4B8C-83A1-F6EECF244321}">
                <p14:modId xmlns:p14="http://schemas.microsoft.com/office/powerpoint/2010/main" val="4090192366"/>
              </p:ext>
            </p:extLst>
          </p:nvPr>
        </p:nvGraphicFramePr>
        <p:xfrm>
          <a:off x="1055440" y="1844824"/>
          <a:ext cx="10369152" cy="41549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1016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Các bước thực hiện của giải thuật di truyền</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graphicFrame>
        <p:nvGraphicFramePr>
          <p:cNvPr id="8" name="TextBox 2">
            <a:extLst>
              <a:ext uri="{FF2B5EF4-FFF2-40B4-BE49-F238E27FC236}">
                <a16:creationId xmlns:a16="http://schemas.microsoft.com/office/drawing/2014/main" id="{9F26DA01-E850-DDA7-389C-2431072D4FE8}"/>
              </a:ext>
            </a:extLst>
          </p:cNvPr>
          <p:cNvGraphicFramePr/>
          <p:nvPr>
            <p:extLst>
              <p:ext uri="{D42A27DB-BD31-4B8C-83A1-F6EECF244321}">
                <p14:modId xmlns:p14="http://schemas.microsoft.com/office/powerpoint/2010/main" val="2075733585"/>
              </p:ext>
            </p:extLst>
          </p:nvPr>
        </p:nvGraphicFramePr>
        <p:xfrm>
          <a:off x="1631504" y="1852257"/>
          <a:ext cx="8443002" cy="42484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08659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AE757-CAE1-92FE-9A54-04D993377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F881F-49A3-0128-D80E-9C2B803B9459}"/>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Các toán tử của giải thuật di truyền</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32CC16BA-77B5-F66E-DEFF-072347D7119C}"/>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3D4E63E6-C20B-5EF5-08D0-9881CB37C9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38B8D58-03D2-6D12-5F3D-A9C1B1436984}"/>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graphicFrame>
        <p:nvGraphicFramePr>
          <p:cNvPr id="8" name="TextBox 2">
            <a:extLst>
              <a:ext uri="{FF2B5EF4-FFF2-40B4-BE49-F238E27FC236}">
                <a16:creationId xmlns:a16="http://schemas.microsoft.com/office/drawing/2014/main" id="{0AC5E42D-598F-FA1A-B3BB-2247070AAA7E}"/>
              </a:ext>
            </a:extLst>
          </p:cNvPr>
          <p:cNvGraphicFramePr/>
          <p:nvPr>
            <p:extLst>
              <p:ext uri="{D42A27DB-BD31-4B8C-83A1-F6EECF244321}">
                <p14:modId xmlns:p14="http://schemas.microsoft.com/office/powerpoint/2010/main" val="3327516420"/>
              </p:ext>
            </p:extLst>
          </p:nvPr>
        </p:nvGraphicFramePr>
        <p:xfrm>
          <a:off x="1703512" y="1877161"/>
          <a:ext cx="9010033" cy="42484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7143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FFCAF-AADD-D209-7A51-8D6E77FDA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7A288-C09C-6B49-87AD-47418DCA5D3A}"/>
              </a:ext>
            </a:extLst>
          </p:cNvPr>
          <p:cNvSpPr>
            <a:spLocks noGrp="1"/>
          </p:cNvSpPr>
          <p:nvPr>
            <p:ph type="title"/>
          </p:nvPr>
        </p:nvSpPr>
        <p:spPr/>
        <p:txBody>
          <a:bodyPr>
            <a:normAutofit/>
          </a:bodyPr>
          <a:lstStyle/>
          <a:p>
            <a:pPr algn="ctr"/>
            <a:r>
              <a:rPr lang="en-US">
                <a:solidFill>
                  <a:schemeClr val="tx1"/>
                </a:solidFill>
                <a:latin typeface="Times New Roman (Headings)"/>
              </a:rPr>
              <a:t>Toán tử lựa chọn</a:t>
            </a:r>
            <a:endParaRPr lang="en-GB" dirty="0">
              <a:solidFill>
                <a:schemeClr val="tx1"/>
              </a:solidFill>
              <a:latin typeface="Times New Roman (Headings)"/>
            </a:endParaRPr>
          </a:p>
        </p:txBody>
      </p:sp>
      <p:sp>
        <p:nvSpPr>
          <p:cNvPr id="3" name="Content Placeholder 2">
            <a:extLst>
              <a:ext uri="{FF2B5EF4-FFF2-40B4-BE49-F238E27FC236}">
                <a16:creationId xmlns:a16="http://schemas.microsoft.com/office/drawing/2014/main" id="{0FCF33D0-DABB-4AA2-7A47-0EEFC9084C96}"/>
              </a:ext>
            </a:extLst>
          </p:cNvPr>
          <p:cNvSpPr>
            <a:spLocks noGrp="1"/>
          </p:cNvSpPr>
          <p:nvPr>
            <p:ph idx="1"/>
          </p:nvPr>
        </p:nvSpPr>
        <p:spPr>
          <a:xfrm>
            <a:off x="623392" y="1845734"/>
            <a:ext cx="10945216" cy="4023360"/>
          </a:xfrm>
        </p:spPr>
        <p:txBody>
          <a:bodyPr>
            <a:normAutofit lnSpcReduction="10000"/>
          </a:bodyPr>
          <a:lstStyle/>
          <a:p>
            <a:r>
              <a:rPr lang="en-US" sz="3600"/>
              <a:t>Toán tử nhằm mục đích chọn cá thể tốt nhất từ quần thể để sinh sản cho thế hệ tiếp theo</a:t>
            </a:r>
          </a:p>
          <a:p>
            <a:r>
              <a:rPr lang="en-US" sz="3600"/>
              <a:t>Thực hiện:</a:t>
            </a:r>
          </a:p>
          <a:p>
            <a:r>
              <a:rPr lang="en-US" sz="3600"/>
              <a:t>1. Chọn cá thể dựa trên tỷ lệ của giá trị fitness.</a:t>
            </a:r>
          </a:p>
          <a:p>
            <a:r>
              <a:rPr lang="en-US" sz="3600"/>
              <a:t>2. Tổ chức “trận đấu” giữa các cá thể và chọn ra cá thể thắng.</a:t>
            </a:r>
          </a:p>
          <a:p>
            <a:r>
              <a:rPr lang="en-US" sz="3600"/>
              <a:t>3. Xếp hạng cá thể và chọn theo thứ tự. </a:t>
            </a:r>
          </a:p>
        </p:txBody>
      </p:sp>
      <p:grpSp>
        <p:nvGrpSpPr>
          <p:cNvPr id="4" name="Group 3">
            <a:extLst>
              <a:ext uri="{FF2B5EF4-FFF2-40B4-BE49-F238E27FC236}">
                <a16:creationId xmlns:a16="http://schemas.microsoft.com/office/drawing/2014/main" id="{71762906-117D-322C-A8AF-77E798B5F7BB}"/>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CF118B1D-9B99-DC16-8B63-E56D9EDCF0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1DC98DDA-5CD3-2F91-0253-BD502DF8221F}"/>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Tree>
    <p:extLst>
      <p:ext uri="{BB962C8B-B14F-4D97-AF65-F5344CB8AC3E}">
        <p14:creationId xmlns:p14="http://schemas.microsoft.com/office/powerpoint/2010/main" val="2422757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95688-48E3-E222-7B34-48E24FA82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D8184-7CD2-A392-B159-8FB4B2A35CEA}"/>
              </a:ext>
            </a:extLst>
          </p:cNvPr>
          <p:cNvSpPr>
            <a:spLocks noGrp="1"/>
          </p:cNvSpPr>
          <p:nvPr>
            <p:ph type="title"/>
          </p:nvPr>
        </p:nvSpPr>
        <p:spPr>
          <a:xfrm>
            <a:off x="1097280" y="286603"/>
            <a:ext cx="10058400" cy="702303"/>
          </a:xfrm>
        </p:spPr>
        <p:txBody>
          <a:bodyPr>
            <a:normAutofit fontScale="90000"/>
          </a:bodyPr>
          <a:lstStyle/>
          <a:p>
            <a:pPr algn="ctr"/>
            <a:r>
              <a:rPr lang="en-US">
                <a:solidFill>
                  <a:schemeClr val="tx1"/>
                </a:solidFill>
                <a:latin typeface="Times New Roman (Headings)"/>
              </a:rPr>
              <a:t>Toán tử lựa chọn</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289DEE2D-7F9A-6CC4-43B6-C31CB611C335}"/>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806FA048-740B-2E09-4B49-B83DC123DD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DA1FCA62-444E-85CA-7D29-80371B3CD1BB}"/>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pic>
        <p:nvPicPr>
          <p:cNvPr id="10" name="Content Placeholder 9">
            <a:extLst>
              <a:ext uri="{FF2B5EF4-FFF2-40B4-BE49-F238E27FC236}">
                <a16:creationId xmlns:a16="http://schemas.microsoft.com/office/drawing/2014/main" id="{D6D7C2C8-5E54-915C-5312-3C8107A1C525}"/>
              </a:ext>
            </a:extLst>
          </p:cNvPr>
          <p:cNvPicPr>
            <a:picLocks noGrp="1" noChangeAspect="1"/>
          </p:cNvPicPr>
          <p:nvPr>
            <p:ph idx="1"/>
          </p:nvPr>
        </p:nvPicPr>
        <p:blipFill>
          <a:blip r:embed="rId4"/>
          <a:stretch>
            <a:fillRect/>
          </a:stretch>
        </p:blipFill>
        <p:spPr>
          <a:xfrm>
            <a:off x="407368" y="1022121"/>
            <a:ext cx="11449272" cy="5215191"/>
          </a:xfrm>
          <a:prstGeom prst="rect">
            <a:avLst/>
          </a:prstGeom>
        </p:spPr>
      </p:pic>
    </p:spTree>
    <p:extLst>
      <p:ext uri="{BB962C8B-B14F-4D97-AF65-F5344CB8AC3E}">
        <p14:creationId xmlns:p14="http://schemas.microsoft.com/office/powerpoint/2010/main" val="1656633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B9355-10FF-ED6D-F491-F4203AC8F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496A2-B1E0-B632-E194-212C1B7273F5}"/>
              </a:ext>
            </a:extLst>
          </p:cNvPr>
          <p:cNvSpPr>
            <a:spLocks noGrp="1"/>
          </p:cNvSpPr>
          <p:nvPr>
            <p:ph type="title"/>
          </p:nvPr>
        </p:nvSpPr>
        <p:spPr/>
        <p:txBody>
          <a:bodyPr>
            <a:normAutofit/>
          </a:bodyPr>
          <a:lstStyle/>
          <a:p>
            <a:pPr algn="ctr"/>
            <a:r>
              <a:rPr lang="en-US">
                <a:solidFill>
                  <a:schemeClr val="tx1"/>
                </a:solidFill>
                <a:latin typeface="Times New Roman (Headings)"/>
              </a:rPr>
              <a:t>Toán tử lai ghép</a:t>
            </a:r>
            <a:endParaRPr lang="en-GB" dirty="0">
              <a:solidFill>
                <a:schemeClr val="tx1"/>
              </a:solidFill>
              <a:latin typeface="Times New Roman (Headings)"/>
            </a:endParaRPr>
          </a:p>
        </p:txBody>
      </p:sp>
      <p:sp>
        <p:nvSpPr>
          <p:cNvPr id="3" name="Content Placeholder 2">
            <a:extLst>
              <a:ext uri="{FF2B5EF4-FFF2-40B4-BE49-F238E27FC236}">
                <a16:creationId xmlns:a16="http://schemas.microsoft.com/office/drawing/2014/main" id="{3E2DDFBD-3729-44EE-6B38-44045D44207B}"/>
              </a:ext>
            </a:extLst>
          </p:cNvPr>
          <p:cNvSpPr>
            <a:spLocks noGrp="1"/>
          </p:cNvSpPr>
          <p:nvPr>
            <p:ph idx="1"/>
          </p:nvPr>
        </p:nvSpPr>
        <p:spPr>
          <a:xfrm>
            <a:off x="623392" y="1845734"/>
            <a:ext cx="10945216" cy="4023360"/>
          </a:xfrm>
        </p:spPr>
        <p:txBody>
          <a:bodyPr>
            <a:normAutofit fontScale="92500" lnSpcReduction="20000"/>
          </a:bodyPr>
          <a:lstStyle/>
          <a:p>
            <a:r>
              <a:rPr lang="en-US" sz="3600"/>
              <a:t>Kết hợp thông tin từ 2 cá thể cha mẹ để tạo ra một hoặc nhiều cá thể con.</a:t>
            </a:r>
          </a:p>
          <a:p>
            <a:r>
              <a:rPr lang="en-US" sz="3600"/>
              <a:t>Phương pháp:</a:t>
            </a:r>
          </a:p>
          <a:p>
            <a:r>
              <a:rPr lang="en-US" sz="3600"/>
              <a:t>1. Lai ghép đơn điểm: Chọn một ngẫu nhiên trên chuỗi gene và hoán đổi phần sau điểm đó. .</a:t>
            </a:r>
          </a:p>
          <a:p>
            <a:r>
              <a:rPr lang="en-US" sz="3600"/>
              <a:t>2. Lai ghép đa điểm: Chọn nhiều điểm và hoán đổi giữa các phần của các cá thể.</a:t>
            </a:r>
          </a:p>
          <a:p>
            <a:r>
              <a:rPr lang="en-US" sz="3600"/>
              <a:t>3. Lai ghép đồng nhất: Chọn ngẫu nhiên gene từ một trong 2 cha mẹ. </a:t>
            </a:r>
          </a:p>
        </p:txBody>
      </p:sp>
      <p:grpSp>
        <p:nvGrpSpPr>
          <p:cNvPr id="4" name="Group 3">
            <a:extLst>
              <a:ext uri="{FF2B5EF4-FFF2-40B4-BE49-F238E27FC236}">
                <a16:creationId xmlns:a16="http://schemas.microsoft.com/office/drawing/2014/main" id="{7F9424E3-9444-598A-FE1F-25820BA11283}"/>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D4A5699F-0218-3854-0766-BD225EA9F8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E8523270-0E69-6329-6410-4E7CA8789C26}"/>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Tree>
    <p:extLst>
      <p:ext uri="{BB962C8B-B14F-4D97-AF65-F5344CB8AC3E}">
        <p14:creationId xmlns:p14="http://schemas.microsoft.com/office/powerpoint/2010/main" val="2411215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1F789-6E28-845D-EECD-ED62695AE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365966-706F-78E4-FDD0-ACDD85C2F440}"/>
              </a:ext>
            </a:extLst>
          </p:cNvPr>
          <p:cNvSpPr>
            <a:spLocks noGrp="1"/>
          </p:cNvSpPr>
          <p:nvPr>
            <p:ph type="title"/>
          </p:nvPr>
        </p:nvSpPr>
        <p:spPr/>
        <p:txBody>
          <a:bodyPr>
            <a:normAutofit/>
          </a:bodyPr>
          <a:lstStyle/>
          <a:p>
            <a:pPr algn="ctr"/>
            <a:r>
              <a:rPr lang="en-US">
                <a:solidFill>
                  <a:schemeClr val="tx1"/>
                </a:solidFill>
                <a:latin typeface="Times New Roman (Headings)"/>
              </a:rPr>
              <a:t>Toán tử lai ghép</a:t>
            </a:r>
            <a:endParaRPr lang="en-GB" dirty="0">
              <a:solidFill>
                <a:schemeClr val="tx1"/>
              </a:solidFill>
              <a:latin typeface="Times New Roman (Headings)"/>
            </a:endParaRPr>
          </a:p>
        </p:txBody>
      </p:sp>
      <p:pic>
        <p:nvPicPr>
          <p:cNvPr id="8" name="Content Placeholder 7">
            <a:extLst>
              <a:ext uri="{FF2B5EF4-FFF2-40B4-BE49-F238E27FC236}">
                <a16:creationId xmlns:a16="http://schemas.microsoft.com/office/drawing/2014/main" id="{296DDF57-BA5F-B424-A62B-DAB837E72EE9}"/>
              </a:ext>
            </a:extLst>
          </p:cNvPr>
          <p:cNvPicPr>
            <a:picLocks noGrp="1" noChangeAspect="1"/>
          </p:cNvPicPr>
          <p:nvPr>
            <p:ph idx="1"/>
          </p:nvPr>
        </p:nvPicPr>
        <p:blipFill>
          <a:blip r:embed="rId3"/>
          <a:stretch>
            <a:fillRect/>
          </a:stretch>
        </p:blipFill>
        <p:spPr>
          <a:xfrm>
            <a:off x="551384" y="1803699"/>
            <a:ext cx="4578001" cy="4361585"/>
          </a:xfrm>
          <a:prstGeom prst="rect">
            <a:avLst/>
          </a:prstGeom>
        </p:spPr>
      </p:pic>
      <p:grpSp>
        <p:nvGrpSpPr>
          <p:cNvPr id="4" name="Group 3">
            <a:extLst>
              <a:ext uri="{FF2B5EF4-FFF2-40B4-BE49-F238E27FC236}">
                <a16:creationId xmlns:a16="http://schemas.microsoft.com/office/drawing/2014/main" id="{04EEED25-882B-1B36-9980-8BEC6B754121}"/>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85FAF169-E900-3CE7-23BA-EC3F2832D1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92F18148-A1FD-410D-A470-6B8D3AA8F640}"/>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pic>
        <p:nvPicPr>
          <p:cNvPr id="10" name="Picture 9">
            <a:extLst>
              <a:ext uri="{FF2B5EF4-FFF2-40B4-BE49-F238E27FC236}">
                <a16:creationId xmlns:a16="http://schemas.microsoft.com/office/drawing/2014/main" id="{A4F3D17D-D7AC-E3F9-D8FC-C33B0DAE6859}"/>
              </a:ext>
            </a:extLst>
          </p:cNvPr>
          <p:cNvPicPr>
            <a:picLocks noChangeAspect="1"/>
          </p:cNvPicPr>
          <p:nvPr/>
        </p:nvPicPr>
        <p:blipFill>
          <a:blip r:embed="rId5"/>
          <a:stretch>
            <a:fillRect/>
          </a:stretch>
        </p:blipFill>
        <p:spPr>
          <a:xfrm>
            <a:off x="5375920" y="1816294"/>
            <a:ext cx="6408712" cy="4361585"/>
          </a:xfrm>
          <a:prstGeom prst="rect">
            <a:avLst/>
          </a:prstGeom>
        </p:spPr>
      </p:pic>
    </p:spTree>
    <p:extLst>
      <p:ext uri="{BB962C8B-B14F-4D97-AF65-F5344CB8AC3E}">
        <p14:creationId xmlns:p14="http://schemas.microsoft.com/office/powerpoint/2010/main" val="124862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59630-C5B4-5010-F337-E4AADC385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A9FC64-55F1-26E0-530F-4F41930E1DA3}"/>
              </a:ext>
            </a:extLst>
          </p:cNvPr>
          <p:cNvSpPr>
            <a:spLocks noGrp="1"/>
          </p:cNvSpPr>
          <p:nvPr>
            <p:ph type="title"/>
          </p:nvPr>
        </p:nvSpPr>
        <p:spPr/>
        <p:txBody>
          <a:bodyPr>
            <a:normAutofit/>
          </a:bodyPr>
          <a:lstStyle/>
          <a:p>
            <a:pPr algn="ctr"/>
            <a:r>
              <a:rPr lang="en-US">
                <a:solidFill>
                  <a:schemeClr val="tx1"/>
                </a:solidFill>
                <a:latin typeface="Times New Roman (Headings)"/>
              </a:rPr>
              <a:t>Toán tử đột biến</a:t>
            </a:r>
            <a:endParaRPr lang="en-GB" dirty="0">
              <a:solidFill>
                <a:schemeClr val="tx1"/>
              </a:solidFill>
              <a:latin typeface="Times New Roman (Headings)"/>
            </a:endParaRPr>
          </a:p>
        </p:txBody>
      </p:sp>
      <p:sp>
        <p:nvSpPr>
          <p:cNvPr id="3" name="Content Placeholder 2">
            <a:extLst>
              <a:ext uri="{FF2B5EF4-FFF2-40B4-BE49-F238E27FC236}">
                <a16:creationId xmlns:a16="http://schemas.microsoft.com/office/drawing/2014/main" id="{393F3FF6-1A96-168F-E66D-6F551E6D95BC}"/>
              </a:ext>
            </a:extLst>
          </p:cNvPr>
          <p:cNvSpPr>
            <a:spLocks noGrp="1"/>
          </p:cNvSpPr>
          <p:nvPr>
            <p:ph idx="1"/>
          </p:nvPr>
        </p:nvSpPr>
        <p:spPr>
          <a:xfrm>
            <a:off x="623392" y="1845734"/>
            <a:ext cx="10945216" cy="4023360"/>
          </a:xfrm>
        </p:spPr>
        <p:txBody>
          <a:bodyPr>
            <a:normAutofit lnSpcReduction="10000"/>
          </a:bodyPr>
          <a:lstStyle/>
          <a:p>
            <a:r>
              <a:rPr lang="en-US" sz="3600"/>
              <a:t>Thay đổi ngẫu nhiên một số gene trong cá thể tạo ra sự đa dạng.</a:t>
            </a:r>
          </a:p>
          <a:p>
            <a:r>
              <a:rPr lang="en-US" sz="3600"/>
              <a:t>Phương pháp:</a:t>
            </a:r>
          </a:p>
          <a:p>
            <a:r>
              <a:rPr lang="en-US" sz="3600"/>
              <a:t>1. Đột biến bit: Với một choỗi nhị phân, thay đổi giá trị của một bit 0 thành bit 1 hoặc ngược lại.</a:t>
            </a:r>
          </a:p>
          <a:p>
            <a:r>
              <a:rPr lang="en-US" sz="3600"/>
              <a:t>2. Đột biến số: Thay đổi giá trị của một gene số thành một giá trị khác trong một khoảng nhất định.</a:t>
            </a:r>
          </a:p>
        </p:txBody>
      </p:sp>
      <p:grpSp>
        <p:nvGrpSpPr>
          <p:cNvPr id="4" name="Group 3">
            <a:extLst>
              <a:ext uri="{FF2B5EF4-FFF2-40B4-BE49-F238E27FC236}">
                <a16:creationId xmlns:a16="http://schemas.microsoft.com/office/drawing/2014/main" id="{BCC7181C-0F46-5D7F-9B8D-7EB4D2173937}"/>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03899EDE-ED28-1C85-2AEA-28CE155B2E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934FA42C-A632-6FF0-232B-C4C1CD7F0590}"/>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Tree>
    <p:extLst>
      <p:ext uri="{BB962C8B-B14F-4D97-AF65-F5344CB8AC3E}">
        <p14:creationId xmlns:p14="http://schemas.microsoft.com/office/powerpoint/2010/main" val="593421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A9D47-F590-0FAF-3C35-C5E1F295E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617775-2B55-7073-4426-FDC766C76197}"/>
              </a:ext>
            </a:extLst>
          </p:cNvPr>
          <p:cNvSpPr>
            <a:spLocks noGrp="1"/>
          </p:cNvSpPr>
          <p:nvPr>
            <p:ph type="title"/>
          </p:nvPr>
        </p:nvSpPr>
        <p:spPr/>
        <p:txBody>
          <a:bodyPr>
            <a:normAutofit/>
          </a:bodyPr>
          <a:lstStyle/>
          <a:p>
            <a:pPr algn="ctr"/>
            <a:r>
              <a:rPr lang="en-US">
                <a:solidFill>
                  <a:schemeClr val="tx1"/>
                </a:solidFill>
                <a:latin typeface="Times New Roman (Headings)"/>
              </a:rPr>
              <a:t>Toán tử di chuyển</a:t>
            </a:r>
            <a:endParaRPr lang="en-GB" dirty="0">
              <a:solidFill>
                <a:schemeClr val="tx1"/>
              </a:solidFill>
              <a:latin typeface="Times New Roman (Headings)"/>
            </a:endParaRPr>
          </a:p>
        </p:txBody>
      </p:sp>
      <p:sp>
        <p:nvSpPr>
          <p:cNvPr id="3" name="Content Placeholder 2">
            <a:extLst>
              <a:ext uri="{FF2B5EF4-FFF2-40B4-BE49-F238E27FC236}">
                <a16:creationId xmlns:a16="http://schemas.microsoft.com/office/drawing/2014/main" id="{7E66D1FA-1DCD-8C22-915B-6BA145CC728D}"/>
              </a:ext>
            </a:extLst>
          </p:cNvPr>
          <p:cNvSpPr>
            <a:spLocks noGrp="1"/>
          </p:cNvSpPr>
          <p:nvPr>
            <p:ph idx="1"/>
          </p:nvPr>
        </p:nvSpPr>
        <p:spPr>
          <a:xfrm>
            <a:off x="623392" y="1845734"/>
            <a:ext cx="10945216" cy="4023360"/>
          </a:xfrm>
        </p:spPr>
        <p:txBody>
          <a:bodyPr>
            <a:normAutofit/>
          </a:bodyPr>
          <a:lstStyle/>
          <a:p>
            <a:r>
              <a:rPr lang="en-US" sz="3600"/>
              <a:t>Chuyển đổi cá thể giữa các quần thể khác nhau để tăng cường tính đa dạng.</a:t>
            </a:r>
          </a:p>
          <a:p>
            <a:r>
              <a:rPr lang="en-US" sz="3600"/>
              <a:t>Phương pháp: Chọn một số cá thể từ quần thể này và chuyển chúng sang quần thể khác.</a:t>
            </a:r>
          </a:p>
        </p:txBody>
      </p:sp>
      <p:grpSp>
        <p:nvGrpSpPr>
          <p:cNvPr id="4" name="Group 3">
            <a:extLst>
              <a:ext uri="{FF2B5EF4-FFF2-40B4-BE49-F238E27FC236}">
                <a16:creationId xmlns:a16="http://schemas.microsoft.com/office/drawing/2014/main" id="{CF4E2E2A-5450-C848-A345-A82D9A65B3E7}"/>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58E28FEA-EEE0-0E90-CA62-5A1C8269E9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27B3287E-C99B-40BE-FF84-DAD616DF5EA1}"/>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Tree>
    <p:extLst>
      <p:ext uri="{BB962C8B-B14F-4D97-AF65-F5344CB8AC3E}">
        <p14:creationId xmlns:p14="http://schemas.microsoft.com/office/powerpoint/2010/main" val="2386400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0439F-7035-6179-1169-CEB7F4E42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C66FA-D9FD-9274-D6C8-F093F30E5972}"/>
              </a:ext>
            </a:extLst>
          </p:cNvPr>
          <p:cNvSpPr>
            <a:spLocks noGrp="1"/>
          </p:cNvSpPr>
          <p:nvPr>
            <p:ph type="title"/>
          </p:nvPr>
        </p:nvSpPr>
        <p:spPr/>
        <p:txBody>
          <a:bodyPr>
            <a:normAutofit/>
          </a:bodyPr>
          <a:lstStyle/>
          <a:p>
            <a:pPr algn="ctr"/>
            <a:r>
              <a:rPr lang="en-US">
                <a:solidFill>
                  <a:schemeClr val="tx1"/>
                </a:solidFill>
                <a:latin typeface="Times New Roman (Headings)"/>
              </a:rPr>
              <a:t>Toán tử thay thế</a:t>
            </a:r>
            <a:endParaRPr lang="en-GB" dirty="0">
              <a:solidFill>
                <a:schemeClr val="tx1"/>
              </a:solidFill>
              <a:latin typeface="Times New Roman (Headings)"/>
            </a:endParaRPr>
          </a:p>
        </p:txBody>
      </p:sp>
      <p:sp>
        <p:nvSpPr>
          <p:cNvPr id="3" name="Content Placeholder 2">
            <a:extLst>
              <a:ext uri="{FF2B5EF4-FFF2-40B4-BE49-F238E27FC236}">
                <a16:creationId xmlns:a16="http://schemas.microsoft.com/office/drawing/2014/main" id="{7D683099-B0D4-E292-2809-F130B867FA89}"/>
              </a:ext>
            </a:extLst>
          </p:cNvPr>
          <p:cNvSpPr>
            <a:spLocks noGrp="1"/>
          </p:cNvSpPr>
          <p:nvPr>
            <p:ph idx="1"/>
          </p:nvPr>
        </p:nvSpPr>
        <p:spPr>
          <a:xfrm>
            <a:off x="623392" y="1845734"/>
            <a:ext cx="10945216" cy="4023360"/>
          </a:xfrm>
        </p:spPr>
        <p:txBody>
          <a:bodyPr>
            <a:normAutofit lnSpcReduction="10000"/>
          </a:bodyPr>
          <a:lstStyle/>
          <a:p>
            <a:r>
              <a:rPr lang="en-US" sz="3600"/>
              <a:t>Xác định cách thức cá thể mới sẽ thay thế cá thể cũ trong quần thể.</a:t>
            </a:r>
          </a:p>
          <a:p>
            <a:r>
              <a:rPr lang="en-US" sz="3600"/>
              <a:t>Phương pháp:</a:t>
            </a:r>
          </a:p>
          <a:p>
            <a:r>
              <a:rPr lang="en-US" sz="3600"/>
              <a:t>1. Thay thế toàn bộ: Thay thế toàn bộ quần thể bằng cá thể mới.</a:t>
            </a:r>
          </a:p>
          <a:p>
            <a:r>
              <a:rPr lang="en-US" sz="3600"/>
              <a:t>2. Thay thế 1 phần: Chỉ thay thế 1 số cá thể nhất định trong quần thể.</a:t>
            </a:r>
          </a:p>
        </p:txBody>
      </p:sp>
      <p:grpSp>
        <p:nvGrpSpPr>
          <p:cNvPr id="4" name="Group 3">
            <a:extLst>
              <a:ext uri="{FF2B5EF4-FFF2-40B4-BE49-F238E27FC236}">
                <a16:creationId xmlns:a16="http://schemas.microsoft.com/office/drawing/2014/main" id="{3995F0F8-FDE4-23E9-3C61-A167753D024F}"/>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7E046D1D-AF8C-E11F-DD07-10D01786C6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53582FFD-B87A-95C2-6049-16DE7D5192AE}"/>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Tree>
    <p:extLst>
      <p:ext uri="{BB962C8B-B14F-4D97-AF65-F5344CB8AC3E}">
        <p14:creationId xmlns:p14="http://schemas.microsoft.com/office/powerpoint/2010/main" val="2920506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5BF042EF-B3FB-F5CB-0910-6E14564B6B2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8A0DEB6-2C3C-B6A0-4D71-B5C1A19F77A5}"/>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4. Triển khai, cài đặt</a:t>
            </a:r>
            <a:endParaRPr lang="en-GB" dirty="0">
              <a:solidFill>
                <a:schemeClr val="tx1"/>
              </a:solidFill>
              <a:latin typeface="Times New Roman (Headings)"/>
            </a:endParaRPr>
          </a:p>
        </p:txBody>
      </p:sp>
      <p:graphicFrame>
        <p:nvGraphicFramePr>
          <p:cNvPr id="2" name="Diagram 1">
            <a:extLst>
              <a:ext uri="{FF2B5EF4-FFF2-40B4-BE49-F238E27FC236}">
                <a16:creationId xmlns:a16="http://schemas.microsoft.com/office/drawing/2014/main" id="{5DBDBAD8-3837-FE03-6E78-667820643365}"/>
              </a:ext>
            </a:extLst>
          </p:cNvPr>
          <p:cNvGraphicFramePr/>
          <p:nvPr>
            <p:extLst>
              <p:ext uri="{D42A27DB-BD31-4B8C-83A1-F6EECF244321}">
                <p14:modId xmlns:p14="http://schemas.microsoft.com/office/powerpoint/2010/main" val="3790211971"/>
              </p:ext>
            </p:extLst>
          </p:nvPr>
        </p:nvGraphicFramePr>
        <p:xfrm>
          <a:off x="1055440" y="1844824"/>
          <a:ext cx="9937104" cy="3816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78829814"/>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8FBF3-5E8C-4892-0E26-EF284836D79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E70C952-C3C0-A6BC-2A18-1F8A9C11DA3D}"/>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Dữ liệu đầu vào</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A10571B0-D0B7-8BC1-322E-5983854502E9}"/>
              </a:ext>
            </a:extLst>
          </p:cNvPr>
          <p:cNvSpPr txBox="1"/>
          <p:nvPr/>
        </p:nvSpPr>
        <p:spPr>
          <a:xfrm>
            <a:off x="1055440" y="1844824"/>
            <a:ext cx="9577064" cy="1569660"/>
          </a:xfrm>
          <a:prstGeom prst="rect">
            <a:avLst/>
          </a:prstGeom>
          <a:noFill/>
        </p:spPr>
        <p:txBody>
          <a:bodyPr wrap="square" rtlCol="0">
            <a:spAutoFit/>
          </a:bodyPr>
          <a:lstStyle/>
          <a:p>
            <a:pPr algn="just"/>
            <a:r>
              <a:rPr lang="en-US" sz="2400">
                <a:latin typeface="Times New Roman" panose="02020603050405020304" pitchFamily="18" charset="0"/>
              </a:rPr>
              <a:t>Dữ liệu đầu vào là một file excel có chứa các danh sách:</a:t>
            </a:r>
          </a:p>
          <a:p>
            <a:pPr marL="342900" indent="-342900" algn="just">
              <a:buFont typeface="Arial" panose="020B0604020202020204" pitchFamily="34" charset="0"/>
              <a:buChar char="•"/>
            </a:pPr>
            <a:r>
              <a:rPr lang="en-US" sz="2400">
                <a:latin typeface="Times New Roman" panose="02020603050405020304" pitchFamily="18" charset="0"/>
              </a:rPr>
              <a:t>Danh sách giáo viên</a:t>
            </a:r>
          </a:p>
          <a:p>
            <a:pPr marL="342900" indent="-342900" algn="just">
              <a:buFont typeface="Arial" panose="020B0604020202020204" pitchFamily="34" charset="0"/>
              <a:buChar char="•"/>
            </a:pPr>
            <a:r>
              <a:rPr lang="en-US" sz="2400">
                <a:latin typeface="Times New Roman" panose="02020603050405020304" pitchFamily="18" charset="0"/>
              </a:rPr>
              <a:t>Danh sách lớp</a:t>
            </a:r>
          </a:p>
          <a:p>
            <a:pPr marL="342900" indent="-342900" algn="just">
              <a:buFont typeface="Arial" panose="020B0604020202020204" pitchFamily="34" charset="0"/>
              <a:buChar char="•"/>
            </a:pPr>
            <a:r>
              <a:rPr lang="en-US" sz="2400">
                <a:latin typeface="Times New Roman" panose="02020603050405020304" pitchFamily="18" charset="0"/>
              </a:rPr>
              <a:t>Danh sách môn học</a:t>
            </a:r>
            <a:endParaRPr lang="en-US" sz="2400" dirty="0">
              <a:latin typeface="Times New Roman" panose="02020603050405020304" pitchFamily="18" charset="0"/>
            </a:endParaRPr>
          </a:p>
        </p:txBody>
      </p:sp>
      <p:pic>
        <p:nvPicPr>
          <p:cNvPr id="3" name="Picture 2">
            <a:extLst>
              <a:ext uri="{FF2B5EF4-FFF2-40B4-BE49-F238E27FC236}">
                <a16:creationId xmlns:a16="http://schemas.microsoft.com/office/drawing/2014/main" id="{E1A8D857-9729-F740-727F-C7BE0CC88CE8}"/>
              </a:ext>
            </a:extLst>
          </p:cNvPr>
          <p:cNvPicPr>
            <a:picLocks noChangeAspect="1"/>
          </p:cNvPicPr>
          <p:nvPr/>
        </p:nvPicPr>
        <p:blipFill>
          <a:blip r:embed="rId2"/>
          <a:stretch>
            <a:fillRect/>
          </a:stretch>
        </p:blipFill>
        <p:spPr>
          <a:xfrm>
            <a:off x="1055440" y="3573016"/>
            <a:ext cx="10369152" cy="2505075"/>
          </a:xfrm>
          <a:prstGeom prst="rect">
            <a:avLst/>
          </a:prstGeom>
        </p:spPr>
      </p:pic>
    </p:spTree>
    <p:extLst>
      <p:ext uri="{BB962C8B-B14F-4D97-AF65-F5344CB8AC3E}">
        <p14:creationId xmlns:p14="http://schemas.microsoft.com/office/powerpoint/2010/main" val="1113919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05874-95BE-1971-0869-0D144DBEA9E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BB4F056-C65B-80B1-5DE1-595F68CDBE40}"/>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Xây dựng quần thể</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D3024082-9B0D-8CD2-9BA7-36B667F9249E}"/>
              </a:ext>
            </a:extLst>
          </p:cNvPr>
          <p:cNvSpPr txBox="1"/>
          <p:nvPr/>
        </p:nvSpPr>
        <p:spPr>
          <a:xfrm>
            <a:off x="1055440" y="1700808"/>
            <a:ext cx="10441160" cy="1569660"/>
          </a:xfrm>
          <a:prstGeom prst="rect">
            <a:avLst/>
          </a:prstGeom>
          <a:noFill/>
        </p:spPr>
        <p:txBody>
          <a:bodyPr wrap="square" rtlCol="0">
            <a:spAutoFit/>
          </a:bodyPr>
          <a:lstStyle/>
          <a:p>
            <a:pPr algn="just"/>
            <a:r>
              <a:rPr lang="vi-VN" sz="2400">
                <a:latin typeface="Times New Roman" panose="02020603050405020304" pitchFamily="18" charset="0"/>
                <a:cs typeface="Times New Roman" panose="02020603050405020304" pitchFamily="18" charset="0"/>
              </a:rPr>
              <a:t>Sử dụng dữ liệu đầu vào để tạo ra các cá thể. </a:t>
            </a:r>
            <a:r>
              <a:rPr lang="en-US" sz="2400">
                <a:latin typeface="Times New Roman" panose="02020603050405020304" pitchFamily="18" charset="0"/>
                <a:cs typeface="Times New Roman" panose="02020603050405020304" pitchFamily="18" charset="0"/>
              </a:rPr>
              <a:t>Từ các cá thể</a:t>
            </a:r>
            <a:r>
              <a:rPr lang="vi-VN" sz="2400">
                <a:latin typeface="Times New Roman" panose="02020603050405020304" pitchFamily="18" charset="0"/>
                <a:cs typeface="Times New Roman" panose="02020603050405020304" pitchFamily="18" charset="0"/>
              </a:rPr>
              <a:t> có thể tạo một </a:t>
            </a:r>
            <a:r>
              <a:rPr lang="en-US" sz="2400">
                <a:latin typeface="Times New Roman" panose="02020603050405020304" pitchFamily="18" charset="0"/>
                <a:cs typeface="Times New Roman" panose="02020603050405020304" pitchFamily="18" charset="0"/>
              </a:rPr>
              <a:t>quần</a:t>
            </a:r>
            <a:r>
              <a:rPr lang="vi-VN" sz="2400">
                <a:latin typeface="Times New Roman" panose="02020603050405020304" pitchFamily="18" charset="0"/>
                <a:cs typeface="Times New Roman" panose="02020603050405020304" pitchFamily="18" charset="0"/>
              </a:rPr>
              <a:t> thể:</a:t>
            </a:r>
            <a:endParaRPr lang="en-US" sz="24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Kích thước quần thể (số lượng cá thể trong 1 quẩn thể)</a:t>
            </a:r>
          </a:p>
          <a:p>
            <a:pPr marL="342900" indent="-342900" algn="just">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Sử dụng các phương pháp như chọn lọc, lai ghép, và đột biến để cải thiện quần thể qua các thế hệ.</a:t>
            </a:r>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A0BBA88-CA77-A3A1-EBD8-D9F3B72D321D}"/>
              </a:ext>
            </a:extLst>
          </p:cNvPr>
          <p:cNvPicPr>
            <a:picLocks noChangeAspect="1"/>
          </p:cNvPicPr>
          <p:nvPr/>
        </p:nvPicPr>
        <p:blipFill>
          <a:blip r:embed="rId2"/>
          <a:stretch>
            <a:fillRect/>
          </a:stretch>
        </p:blipFill>
        <p:spPr>
          <a:xfrm>
            <a:off x="1667508" y="3393158"/>
            <a:ext cx="9217024" cy="2880320"/>
          </a:xfrm>
          <a:prstGeom prst="rect">
            <a:avLst/>
          </a:prstGeom>
        </p:spPr>
      </p:pic>
    </p:spTree>
    <p:extLst>
      <p:ext uri="{BB962C8B-B14F-4D97-AF65-F5344CB8AC3E}">
        <p14:creationId xmlns:p14="http://schemas.microsoft.com/office/powerpoint/2010/main" val="1841042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CB2AB-23EF-94F3-8DC3-002C68B96B3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87805E1-B0FC-6D14-5458-35E2BD2EE9CC}"/>
              </a:ext>
            </a:extLst>
          </p:cNvPr>
          <p:cNvSpPr>
            <a:spLocks noGrp="1"/>
          </p:cNvSpPr>
          <p:nvPr>
            <p:ph type="title"/>
          </p:nvPr>
        </p:nvSpPr>
        <p:spPr>
          <a:xfrm>
            <a:off x="1019436" y="296652"/>
            <a:ext cx="10153128" cy="684076"/>
          </a:xfrm>
        </p:spPr>
        <p:txBody>
          <a:bodyPr>
            <a:normAutofit fontScale="90000"/>
          </a:bodyPr>
          <a:lstStyle/>
          <a:p>
            <a:pPr algn="ctr"/>
            <a:r>
              <a:rPr lang="en-US">
                <a:solidFill>
                  <a:schemeClr val="tx1"/>
                </a:solidFill>
                <a:latin typeface="Times New Roman (Headings)"/>
              </a:rPr>
              <a:t>Xây dựng quần thể</a:t>
            </a:r>
            <a:endParaRPr lang="en-GB" dirty="0">
              <a:solidFill>
                <a:schemeClr val="tx1"/>
              </a:solidFill>
              <a:latin typeface="Times New Roman (Headings)"/>
            </a:endParaRPr>
          </a:p>
        </p:txBody>
      </p:sp>
      <p:pic>
        <p:nvPicPr>
          <p:cNvPr id="3" name="Picture 2">
            <a:extLst>
              <a:ext uri="{FF2B5EF4-FFF2-40B4-BE49-F238E27FC236}">
                <a16:creationId xmlns:a16="http://schemas.microsoft.com/office/drawing/2014/main" id="{AC1F4DC4-11A5-94DF-4949-8053735635D0}"/>
              </a:ext>
            </a:extLst>
          </p:cNvPr>
          <p:cNvPicPr>
            <a:picLocks noChangeAspect="1"/>
          </p:cNvPicPr>
          <p:nvPr/>
        </p:nvPicPr>
        <p:blipFill>
          <a:blip r:embed="rId2"/>
          <a:stretch>
            <a:fillRect/>
          </a:stretch>
        </p:blipFill>
        <p:spPr>
          <a:xfrm>
            <a:off x="479376" y="980728"/>
            <a:ext cx="11305256" cy="5328592"/>
          </a:xfrm>
          <a:prstGeom prst="rect">
            <a:avLst/>
          </a:prstGeom>
        </p:spPr>
      </p:pic>
    </p:spTree>
    <p:extLst>
      <p:ext uri="{BB962C8B-B14F-4D97-AF65-F5344CB8AC3E}">
        <p14:creationId xmlns:p14="http://schemas.microsoft.com/office/powerpoint/2010/main" val="868841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D694F-C2A4-C8E5-D8F0-A2E8A6F7C65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184F95B-71D8-A029-0071-E46927EA4AF4}"/>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Xử lý dữ liệu và xuất kết quả</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6C742603-8224-F81C-DF00-871DA4D7AE4A}"/>
              </a:ext>
            </a:extLst>
          </p:cNvPr>
          <p:cNvSpPr txBox="1"/>
          <p:nvPr/>
        </p:nvSpPr>
        <p:spPr>
          <a:xfrm>
            <a:off x="1055440" y="1844824"/>
            <a:ext cx="9577064" cy="1938992"/>
          </a:xfrm>
          <a:prstGeom prst="rect">
            <a:avLst/>
          </a:prstGeom>
          <a:noFill/>
        </p:spPr>
        <p:txBody>
          <a:bodyPr wrap="square" rtlCol="0">
            <a:spAutoFit/>
          </a:bodyPr>
          <a:lstStyle/>
          <a:p>
            <a:pPr algn="just"/>
            <a:r>
              <a:rPr lang="en-US" sz="2400">
                <a:latin typeface="Times New Roman" panose="02020603050405020304" pitchFamily="18" charset="0"/>
              </a:rPr>
              <a:t>Chương trình đọc dữ liệu đầu vào là một file excel sau đó chạy thuật toán và đưa ra kết quả là: </a:t>
            </a:r>
          </a:p>
          <a:p>
            <a:pPr marL="342900" indent="-342900" algn="just">
              <a:buFont typeface="Arial" panose="020B0604020202020204" pitchFamily="34" charset="0"/>
              <a:buChar char="•"/>
            </a:pPr>
            <a:r>
              <a:rPr lang="en-US" sz="2400">
                <a:latin typeface="Times New Roman" panose="02020603050405020304" pitchFamily="18" charset="0"/>
              </a:rPr>
              <a:t>Thời khóa biểu của các lớp</a:t>
            </a:r>
          </a:p>
          <a:p>
            <a:pPr marL="342900" indent="-342900" algn="just">
              <a:buFont typeface="Arial" panose="020B0604020202020204" pitchFamily="34" charset="0"/>
              <a:buChar char="•"/>
            </a:pPr>
            <a:r>
              <a:rPr lang="en-US" sz="2400">
                <a:latin typeface="Times New Roman" panose="02020603050405020304" pitchFamily="18" charset="0"/>
              </a:rPr>
              <a:t>Giáo viên nào dạy môn gì</a:t>
            </a:r>
          </a:p>
          <a:p>
            <a:pPr marL="342900" indent="-342900" algn="just">
              <a:buFont typeface="Arial" panose="020B0604020202020204" pitchFamily="34" charset="0"/>
              <a:buChar char="•"/>
            </a:pPr>
            <a:r>
              <a:rPr lang="en-US" sz="2400">
                <a:latin typeface="Times New Roman" panose="02020603050405020304" pitchFamily="18" charset="0"/>
              </a:rPr>
              <a:t>Ngày dạy cụ thể</a:t>
            </a:r>
            <a:endParaRPr lang="en-US" sz="2400" dirty="0">
              <a:latin typeface="Times New Roman" panose="02020603050405020304" pitchFamily="18" charset="0"/>
            </a:endParaRPr>
          </a:p>
        </p:txBody>
      </p:sp>
      <p:pic>
        <p:nvPicPr>
          <p:cNvPr id="6" name="Picture 5">
            <a:extLst>
              <a:ext uri="{FF2B5EF4-FFF2-40B4-BE49-F238E27FC236}">
                <a16:creationId xmlns:a16="http://schemas.microsoft.com/office/drawing/2014/main" id="{41C43EB3-2D8B-E823-C0F6-298676980ADE}"/>
              </a:ext>
            </a:extLst>
          </p:cNvPr>
          <p:cNvPicPr>
            <a:picLocks noChangeAspect="1"/>
          </p:cNvPicPr>
          <p:nvPr/>
        </p:nvPicPr>
        <p:blipFill>
          <a:blip r:embed="rId2"/>
          <a:stretch>
            <a:fillRect/>
          </a:stretch>
        </p:blipFill>
        <p:spPr>
          <a:xfrm>
            <a:off x="1867284" y="3753759"/>
            <a:ext cx="8765220" cy="2525504"/>
          </a:xfrm>
          <a:prstGeom prst="rect">
            <a:avLst/>
          </a:prstGeom>
        </p:spPr>
      </p:pic>
    </p:spTree>
    <p:extLst>
      <p:ext uri="{BB962C8B-B14F-4D97-AF65-F5344CB8AC3E}">
        <p14:creationId xmlns:p14="http://schemas.microsoft.com/office/powerpoint/2010/main" val="1877849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0E66-F6E0-2D57-D2F6-28219A97995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E64091C-9126-103F-492A-4295EF80BE80}"/>
              </a:ext>
            </a:extLst>
          </p:cNvPr>
          <p:cNvSpPr>
            <a:spLocks noGrp="1"/>
          </p:cNvSpPr>
          <p:nvPr>
            <p:ph type="title"/>
          </p:nvPr>
        </p:nvSpPr>
        <p:spPr>
          <a:xfrm>
            <a:off x="1019436" y="188640"/>
            <a:ext cx="10153128" cy="648072"/>
          </a:xfrm>
        </p:spPr>
        <p:txBody>
          <a:bodyPr>
            <a:noAutofit/>
          </a:bodyPr>
          <a:lstStyle/>
          <a:p>
            <a:pPr algn="ctr"/>
            <a:r>
              <a:rPr lang="en-US" sz="4000">
                <a:solidFill>
                  <a:schemeClr val="tx1"/>
                </a:solidFill>
                <a:latin typeface="Times New Roman (Headings)"/>
              </a:rPr>
              <a:t>Cài đặt môi trường, ứng dụng</a:t>
            </a:r>
            <a:endParaRPr lang="en-GB" sz="4000" dirty="0">
              <a:solidFill>
                <a:schemeClr val="tx1"/>
              </a:solidFill>
              <a:latin typeface="Times New Roman (Headings)"/>
            </a:endParaRPr>
          </a:p>
        </p:txBody>
      </p:sp>
      <p:sp>
        <p:nvSpPr>
          <p:cNvPr id="5" name="TextBox 4">
            <a:extLst>
              <a:ext uri="{FF2B5EF4-FFF2-40B4-BE49-F238E27FC236}">
                <a16:creationId xmlns:a16="http://schemas.microsoft.com/office/drawing/2014/main" id="{91E47534-C0E3-B0EB-BB09-13A0AF1533D4}"/>
              </a:ext>
            </a:extLst>
          </p:cNvPr>
          <p:cNvSpPr txBox="1"/>
          <p:nvPr/>
        </p:nvSpPr>
        <p:spPr>
          <a:xfrm>
            <a:off x="479376" y="1804987"/>
            <a:ext cx="4320480" cy="1938992"/>
          </a:xfrm>
          <a:prstGeom prst="rect">
            <a:avLst/>
          </a:prstGeom>
          <a:noFill/>
        </p:spPr>
        <p:txBody>
          <a:bodyPr wrap="square" rtlCol="0">
            <a:spAutoFit/>
          </a:bodyPr>
          <a:lstStyle/>
          <a:p>
            <a:pPr algn="just"/>
            <a:r>
              <a:rPr lang="en-US" sz="2400">
                <a:latin typeface="Times New Roman" panose="02020603050405020304" pitchFamily="18" charset="0"/>
              </a:rPr>
              <a:t>Ngôn ngữ lập trình và ứng dụng: </a:t>
            </a:r>
          </a:p>
          <a:p>
            <a:pPr marL="342900" indent="-342900" algn="just">
              <a:buFont typeface="Arial" panose="020B0604020202020204" pitchFamily="34" charset="0"/>
              <a:buChar char="•"/>
            </a:pPr>
            <a:r>
              <a:rPr lang="en-US" sz="2400">
                <a:latin typeface="Times New Roman" panose="02020603050405020304" pitchFamily="18" charset="0"/>
              </a:rPr>
              <a:t>Ứng dụng window form application</a:t>
            </a:r>
          </a:p>
          <a:p>
            <a:pPr marL="342900" indent="-342900" algn="just">
              <a:buFont typeface="Arial" panose="020B0604020202020204" pitchFamily="34" charset="0"/>
              <a:buChar char="•"/>
            </a:pPr>
            <a:r>
              <a:rPr lang="en-US" sz="2400">
                <a:latin typeface="Times New Roman" panose="02020603050405020304" pitchFamily="18" charset="0"/>
              </a:rPr>
              <a:t>Ngôn ngữ lập trình C#</a:t>
            </a:r>
          </a:p>
          <a:p>
            <a:pPr marL="342900" indent="-342900" algn="just">
              <a:buFont typeface="Arial" panose="020B0604020202020204" pitchFamily="34" charset="0"/>
              <a:buChar char="•"/>
            </a:pPr>
            <a:r>
              <a:rPr lang="en-US" sz="2400">
                <a:latin typeface="Times New Roman" panose="02020603050405020304" pitchFamily="18" charset="0"/>
              </a:rPr>
              <a:t>Microsoft Excel 2013</a:t>
            </a:r>
            <a:endParaRPr lang="en-US" sz="2400" dirty="0">
              <a:latin typeface="Times New Roman" panose="02020603050405020304" pitchFamily="18" charset="0"/>
            </a:endParaRPr>
          </a:p>
        </p:txBody>
      </p:sp>
      <p:pic>
        <p:nvPicPr>
          <p:cNvPr id="2" name="Picture 1">
            <a:extLst>
              <a:ext uri="{FF2B5EF4-FFF2-40B4-BE49-F238E27FC236}">
                <a16:creationId xmlns:a16="http://schemas.microsoft.com/office/drawing/2014/main" id="{2034FC6C-2688-B842-F276-C78F6E2B0D3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6728" y="819592"/>
            <a:ext cx="11509912" cy="5472608"/>
          </a:xfrm>
          <a:prstGeom prst="rect">
            <a:avLst/>
          </a:prstGeom>
          <a:noFill/>
          <a:ln>
            <a:solidFill>
              <a:schemeClr val="tx2">
                <a:lumMod val="20000"/>
                <a:lumOff val="80000"/>
              </a:schemeClr>
            </a:solidFill>
          </a:ln>
        </p:spPr>
      </p:pic>
    </p:spTree>
    <p:extLst>
      <p:ext uri="{BB962C8B-B14F-4D97-AF65-F5344CB8AC3E}">
        <p14:creationId xmlns:p14="http://schemas.microsoft.com/office/powerpoint/2010/main" val="2831335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24F44-7C8D-89D2-D304-2B8955D327D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2EA2874-A528-4FBA-F12A-1101DA0688C0}"/>
              </a:ext>
            </a:extLst>
          </p:cNvPr>
          <p:cNvSpPr>
            <a:spLocks noGrp="1"/>
          </p:cNvSpPr>
          <p:nvPr>
            <p:ph type="title"/>
          </p:nvPr>
        </p:nvSpPr>
        <p:spPr>
          <a:xfrm>
            <a:off x="1014872" y="116632"/>
            <a:ext cx="10153128" cy="648072"/>
          </a:xfrm>
        </p:spPr>
        <p:txBody>
          <a:bodyPr>
            <a:normAutofit fontScale="90000"/>
          </a:bodyPr>
          <a:lstStyle/>
          <a:p>
            <a:pPr algn="ctr"/>
            <a:r>
              <a:rPr lang="en-US">
                <a:solidFill>
                  <a:schemeClr val="tx1"/>
                </a:solidFill>
                <a:latin typeface="Times New Roman (Headings)"/>
              </a:rPr>
              <a:t>Một số hình ảnh demo</a:t>
            </a:r>
            <a:endParaRPr lang="en-GB" dirty="0">
              <a:solidFill>
                <a:schemeClr val="tx1"/>
              </a:solidFill>
              <a:latin typeface="Times New Roman (Headings)"/>
            </a:endParaRPr>
          </a:p>
        </p:txBody>
      </p:sp>
      <p:pic>
        <p:nvPicPr>
          <p:cNvPr id="3" name="Picture 2">
            <a:extLst>
              <a:ext uri="{FF2B5EF4-FFF2-40B4-BE49-F238E27FC236}">
                <a16:creationId xmlns:a16="http://schemas.microsoft.com/office/drawing/2014/main" id="{D35CF08E-D521-690D-417F-8A121ABDFD8D}"/>
              </a:ext>
            </a:extLst>
          </p:cNvPr>
          <p:cNvPicPr>
            <a:picLocks noChangeAspect="1"/>
          </p:cNvPicPr>
          <p:nvPr/>
        </p:nvPicPr>
        <p:blipFill>
          <a:blip r:embed="rId2"/>
          <a:stretch>
            <a:fillRect/>
          </a:stretch>
        </p:blipFill>
        <p:spPr>
          <a:xfrm>
            <a:off x="335360" y="764704"/>
            <a:ext cx="11593288" cy="5472608"/>
          </a:xfrm>
          <a:prstGeom prst="rect">
            <a:avLst/>
          </a:prstGeom>
        </p:spPr>
      </p:pic>
    </p:spTree>
    <p:extLst>
      <p:ext uri="{BB962C8B-B14F-4D97-AF65-F5344CB8AC3E}">
        <p14:creationId xmlns:p14="http://schemas.microsoft.com/office/powerpoint/2010/main" val="1044921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50577-F053-094B-D4D9-63537391E5A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5E0BCFB-0DC5-6200-3995-E4D5F3FBC2E9}"/>
              </a:ext>
            </a:extLst>
          </p:cNvPr>
          <p:cNvSpPr>
            <a:spLocks noGrp="1"/>
          </p:cNvSpPr>
          <p:nvPr>
            <p:ph type="title"/>
          </p:nvPr>
        </p:nvSpPr>
        <p:spPr>
          <a:xfrm>
            <a:off x="1019436" y="116632"/>
            <a:ext cx="10153128" cy="648072"/>
          </a:xfrm>
        </p:spPr>
        <p:txBody>
          <a:bodyPr>
            <a:normAutofit fontScale="90000"/>
          </a:bodyPr>
          <a:lstStyle/>
          <a:p>
            <a:pPr algn="ctr"/>
            <a:r>
              <a:rPr lang="en-US">
                <a:solidFill>
                  <a:schemeClr val="tx1"/>
                </a:solidFill>
                <a:latin typeface="Times New Roman (Headings)"/>
              </a:rPr>
              <a:t>Một số hình ảnh demo</a:t>
            </a:r>
            <a:endParaRPr lang="en-GB" dirty="0">
              <a:solidFill>
                <a:schemeClr val="tx1"/>
              </a:solidFill>
              <a:latin typeface="Times New Roman (Headings)"/>
            </a:endParaRPr>
          </a:p>
        </p:txBody>
      </p:sp>
      <p:pic>
        <p:nvPicPr>
          <p:cNvPr id="6" name="Picture 5">
            <a:extLst>
              <a:ext uri="{FF2B5EF4-FFF2-40B4-BE49-F238E27FC236}">
                <a16:creationId xmlns:a16="http://schemas.microsoft.com/office/drawing/2014/main" id="{6A4AC9AF-27F1-B9E0-1B36-4FCA34F10DCA}"/>
              </a:ext>
            </a:extLst>
          </p:cNvPr>
          <p:cNvPicPr>
            <a:picLocks noChangeAspect="1"/>
          </p:cNvPicPr>
          <p:nvPr/>
        </p:nvPicPr>
        <p:blipFill>
          <a:blip r:embed="rId2"/>
          <a:stretch>
            <a:fillRect/>
          </a:stretch>
        </p:blipFill>
        <p:spPr>
          <a:xfrm>
            <a:off x="479376" y="764704"/>
            <a:ext cx="11305256" cy="5544616"/>
          </a:xfrm>
          <a:prstGeom prst="rect">
            <a:avLst/>
          </a:prstGeom>
        </p:spPr>
      </p:pic>
    </p:spTree>
    <p:extLst>
      <p:ext uri="{BB962C8B-B14F-4D97-AF65-F5344CB8AC3E}">
        <p14:creationId xmlns:p14="http://schemas.microsoft.com/office/powerpoint/2010/main" val="15042737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DD3BB-C488-EFCE-6A93-A6046A64C4C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31D1F45-8A56-905B-C2F4-2B3C27AEB524}"/>
              </a:ext>
            </a:extLst>
          </p:cNvPr>
          <p:cNvSpPr>
            <a:spLocks noGrp="1"/>
          </p:cNvSpPr>
          <p:nvPr>
            <p:ph type="title"/>
          </p:nvPr>
        </p:nvSpPr>
        <p:spPr>
          <a:xfrm>
            <a:off x="1055440" y="260648"/>
            <a:ext cx="10153128" cy="504056"/>
          </a:xfrm>
        </p:spPr>
        <p:txBody>
          <a:bodyPr>
            <a:normAutofit fontScale="90000"/>
          </a:bodyPr>
          <a:lstStyle/>
          <a:p>
            <a:pPr algn="ctr"/>
            <a:r>
              <a:rPr lang="en-US">
                <a:solidFill>
                  <a:schemeClr val="tx1"/>
                </a:solidFill>
                <a:latin typeface="Times New Roman (Headings)"/>
              </a:rPr>
              <a:t>Một số hình ảnh demo ..</a:t>
            </a:r>
            <a:endParaRPr lang="en-GB" dirty="0">
              <a:solidFill>
                <a:schemeClr val="tx1"/>
              </a:solidFill>
              <a:latin typeface="Times New Roman (Headings)"/>
            </a:endParaRPr>
          </a:p>
        </p:txBody>
      </p:sp>
      <p:pic>
        <p:nvPicPr>
          <p:cNvPr id="2" name="Picture 1">
            <a:extLst>
              <a:ext uri="{FF2B5EF4-FFF2-40B4-BE49-F238E27FC236}">
                <a16:creationId xmlns:a16="http://schemas.microsoft.com/office/drawing/2014/main" id="{18B81518-0FBE-121F-7F62-9C4812B119F9}"/>
              </a:ext>
            </a:extLst>
          </p:cNvPr>
          <p:cNvPicPr>
            <a:picLocks noChangeAspect="1"/>
          </p:cNvPicPr>
          <p:nvPr/>
        </p:nvPicPr>
        <p:blipFill>
          <a:blip r:embed="rId2"/>
          <a:stretch>
            <a:fillRect/>
          </a:stretch>
        </p:blipFill>
        <p:spPr>
          <a:xfrm>
            <a:off x="335360" y="769074"/>
            <a:ext cx="11521280" cy="5540246"/>
          </a:xfrm>
          <a:prstGeom prst="rect">
            <a:avLst/>
          </a:prstGeom>
        </p:spPr>
      </p:pic>
    </p:spTree>
    <p:extLst>
      <p:ext uri="{BB962C8B-B14F-4D97-AF65-F5344CB8AC3E}">
        <p14:creationId xmlns:p14="http://schemas.microsoft.com/office/powerpoint/2010/main" val="13081828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3906E-8954-6BCB-A791-E2C223713F2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5333BAA-5997-B04B-7AC5-0645A1E06097}"/>
              </a:ext>
            </a:extLst>
          </p:cNvPr>
          <p:cNvSpPr>
            <a:spLocks noGrp="1"/>
          </p:cNvSpPr>
          <p:nvPr>
            <p:ph type="title"/>
          </p:nvPr>
        </p:nvSpPr>
        <p:spPr>
          <a:xfrm>
            <a:off x="1307468" y="116632"/>
            <a:ext cx="10153128" cy="576064"/>
          </a:xfrm>
        </p:spPr>
        <p:txBody>
          <a:bodyPr>
            <a:normAutofit fontScale="90000"/>
          </a:bodyPr>
          <a:lstStyle/>
          <a:p>
            <a:pPr algn="ctr"/>
            <a:r>
              <a:rPr lang="en-US">
                <a:solidFill>
                  <a:schemeClr val="tx1"/>
                </a:solidFill>
                <a:latin typeface="Times New Roman (Headings)"/>
              </a:rPr>
              <a:t>Một số hình ảnh demo ..</a:t>
            </a:r>
            <a:endParaRPr lang="en-GB" dirty="0">
              <a:solidFill>
                <a:schemeClr val="tx1"/>
              </a:solidFill>
              <a:latin typeface="Times New Roman (Headings)"/>
            </a:endParaRPr>
          </a:p>
        </p:txBody>
      </p:sp>
      <p:pic>
        <p:nvPicPr>
          <p:cNvPr id="5" name="Picture 4">
            <a:extLst>
              <a:ext uri="{FF2B5EF4-FFF2-40B4-BE49-F238E27FC236}">
                <a16:creationId xmlns:a16="http://schemas.microsoft.com/office/drawing/2014/main" id="{AC14B80E-8AA0-B6F5-0690-B2FE0564DE2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9376" y="930983"/>
            <a:ext cx="11305255" cy="5306329"/>
          </a:xfrm>
          <a:prstGeom prst="rect">
            <a:avLst/>
          </a:prstGeom>
          <a:noFill/>
          <a:ln>
            <a:solidFill>
              <a:schemeClr val="accent1"/>
            </a:solidFill>
          </a:ln>
        </p:spPr>
      </p:pic>
    </p:spTree>
    <p:extLst>
      <p:ext uri="{BB962C8B-B14F-4D97-AF65-F5344CB8AC3E}">
        <p14:creationId xmlns:p14="http://schemas.microsoft.com/office/powerpoint/2010/main" val="135686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A180D-0431-F3C2-5C45-BD767E8075F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1E83027-5828-E9D9-3F68-3E5DC58CFAC5}"/>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Kết luận</a:t>
            </a:r>
            <a:endParaRPr lang="en-GB" dirty="0">
              <a:solidFill>
                <a:schemeClr val="tx1"/>
              </a:solidFill>
              <a:latin typeface="Times New Roman (Headings)"/>
            </a:endParaRPr>
          </a:p>
        </p:txBody>
      </p:sp>
      <p:graphicFrame>
        <p:nvGraphicFramePr>
          <p:cNvPr id="2" name="Diagram 1">
            <a:extLst>
              <a:ext uri="{FF2B5EF4-FFF2-40B4-BE49-F238E27FC236}">
                <a16:creationId xmlns:a16="http://schemas.microsoft.com/office/drawing/2014/main" id="{6357979A-BFD0-63F1-F4A3-44FBF0EDCE12}"/>
              </a:ext>
            </a:extLst>
          </p:cNvPr>
          <p:cNvGraphicFramePr/>
          <p:nvPr/>
        </p:nvGraphicFramePr>
        <p:xfrm>
          <a:off x="1055440" y="1844824"/>
          <a:ext cx="10441160" cy="41549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5213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4B302-884C-011D-4B4E-09451BE72E5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83CBDC2-431E-EA50-5DF4-F838F1BEF5B2}"/>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5. Hướng phát triển</a:t>
            </a:r>
            <a:endParaRPr lang="en-GB" dirty="0">
              <a:solidFill>
                <a:schemeClr val="tx1"/>
              </a:solidFill>
              <a:latin typeface="Times New Roman (Headings)"/>
            </a:endParaRPr>
          </a:p>
        </p:txBody>
      </p:sp>
      <p:graphicFrame>
        <p:nvGraphicFramePr>
          <p:cNvPr id="2" name="Diagram 1">
            <a:extLst>
              <a:ext uri="{FF2B5EF4-FFF2-40B4-BE49-F238E27FC236}">
                <a16:creationId xmlns:a16="http://schemas.microsoft.com/office/drawing/2014/main" id="{11021B7F-0679-E484-DED1-959BAB16A04E}"/>
              </a:ext>
            </a:extLst>
          </p:cNvPr>
          <p:cNvGraphicFramePr/>
          <p:nvPr/>
        </p:nvGraphicFramePr>
        <p:xfrm>
          <a:off x="1055440" y="2249631"/>
          <a:ext cx="9577064" cy="13953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6770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ổng hợp 50+ hình nền PowerPoint cảm ơn cuối slide đẹp, ấn tượng">
            <a:extLst>
              <a:ext uri="{FF2B5EF4-FFF2-40B4-BE49-F238E27FC236}">
                <a16:creationId xmlns:a16="http://schemas.microsoft.com/office/drawing/2014/main" id="{FA708720-F796-27C9-1F3A-C63E7D5C4C86}"/>
              </a:ext>
            </a:extLst>
          </p:cNvPr>
          <p:cNvPicPr>
            <a:picLocks noChangeAspect="1" noChangeArrowheads="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26827" y="0"/>
            <a:ext cx="12192000" cy="6309319"/>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
        <p:nvSpPr>
          <p:cNvPr id="2" name="Title 1">
            <a:extLst>
              <a:ext uri="{FF2B5EF4-FFF2-40B4-BE49-F238E27FC236}">
                <a16:creationId xmlns:a16="http://schemas.microsoft.com/office/drawing/2014/main" id="{9CF94DC0-CEEF-B8EF-D0D9-FC5F4C4A7CB4}"/>
              </a:ext>
            </a:extLst>
          </p:cNvPr>
          <p:cNvSpPr>
            <a:spLocks noGrp="1"/>
          </p:cNvSpPr>
          <p:nvPr>
            <p:ph type="title"/>
          </p:nvPr>
        </p:nvSpPr>
        <p:spPr>
          <a:xfrm>
            <a:off x="1199456" y="3438128"/>
            <a:ext cx="10153128" cy="908720"/>
          </a:xfrm>
        </p:spPr>
        <p:txBody>
          <a:bodyPr>
            <a:normAutofit/>
          </a:bodyPr>
          <a:lstStyle/>
          <a:p>
            <a:pPr algn="ctr"/>
            <a:r>
              <a:rPr lang="en-US" b="1">
                <a:solidFill>
                  <a:schemeClr val="accent2"/>
                </a:solidFill>
                <a:latin typeface="Times New Roman (Headings)"/>
              </a:rPr>
              <a:t>Em xin trân trọng cảm ơn!!!</a:t>
            </a:r>
            <a:endParaRPr lang="en-GB" b="1" dirty="0">
              <a:solidFill>
                <a:schemeClr val="accent2"/>
              </a:solidFill>
              <a:latin typeface="Times New Roman (Headings)"/>
            </a:endParaRPr>
          </a:p>
        </p:txBody>
      </p:sp>
    </p:spTree>
    <p:extLst>
      <p:ext uri="{BB962C8B-B14F-4D97-AF65-F5344CB8AC3E}">
        <p14:creationId xmlns:p14="http://schemas.microsoft.com/office/powerpoint/2010/main" val="396424952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14944</TotalTime>
  <Words>2713</Words>
  <Application>Microsoft Office PowerPoint</Application>
  <PresentationFormat>Widescreen</PresentationFormat>
  <Paragraphs>199</Paragraphs>
  <Slides>32</Slides>
  <Notes>14</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Times New Roman (Headings)</vt:lpstr>
      <vt:lpstr>Aptos</vt:lpstr>
      <vt:lpstr>Arial</vt:lpstr>
      <vt:lpstr>Calibri</vt:lpstr>
      <vt:lpstr>Calibri Light</vt:lpstr>
      <vt:lpstr>Tahoma</vt:lpstr>
      <vt:lpstr>Times New Roman</vt:lpstr>
      <vt:lpstr>Retrospect</vt:lpstr>
      <vt:lpstr>ĐỀ ÁN THẠC SĨ</vt:lpstr>
      <vt:lpstr>NỘI DUNG TRÌNH BÀY</vt:lpstr>
      <vt:lpstr>1. Giới thiệu chung</vt:lpstr>
      <vt:lpstr>Tính cấp thiết</vt:lpstr>
      <vt:lpstr>2. Nội dung đề tài</vt:lpstr>
      <vt:lpstr>Đầu vào của bài toán</vt:lpstr>
      <vt:lpstr>Đầu ra của bài toán</vt:lpstr>
      <vt:lpstr>Ràng buộc cứng</vt:lpstr>
      <vt:lpstr>Ràng buộc mềm</vt:lpstr>
      <vt:lpstr>3. Mô hình tổng quát giải thuật di truyền</vt:lpstr>
      <vt:lpstr>Các bước thực hiện của giải thuật di truyền</vt:lpstr>
      <vt:lpstr>Các toán tử của giải thuật di truyền</vt:lpstr>
      <vt:lpstr>Toán tử lựa chọn</vt:lpstr>
      <vt:lpstr>Toán tử lựa chọn</vt:lpstr>
      <vt:lpstr>Toán tử lai ghép</vt:lpstr>
      <vt:lpstr>Toán tử lai ghép</vt:lpstr>
      <vt:lpstr>Toán tử đột biến</vt:lpstr>
      <vt:lpstr>Toán tử di chuyển</vt:lpstr>
      <vt:lpstr>Toán tử thay thế</vt:lpstr>
      <vt:lpstr>4. Triển khai, cài đặt</vt:lpstr>
      <vt:lpstr>Dữ liệu đầu vào</vt:lpstr>
      <vt:lpstr>Xây dựng quần thể</vt:lpstr>
      <vt:lpstr>Xây dựng quần thể</vt:lpstr>
      <vt:lpstr>Xử lý dữ liệu và xuất kết quả</vt:lpstr>
      <vt:lpstr>Cài đặt môi trường, ứng dụng</vt:lpstr>
      <vt:lpstr>Một số hình ảnh demo</vt:lpstr>
      <vt:lpstr>Một số hình ảnh demo</vt:lpstr>
      <vt:lpstr>Một số hình ảnh demo ..</vt:lpstr>
      <vt:lpstr>Một số hình ảnh demo ..</vt:lpstr>
      <vt:lpstr>Kết luận</vt:lpstr>
      <vt:lpstr>5. Hướng phát triển</vt:lpstr>
      <vt:lpstr>Em xin trân trọng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Vu</dc:creator>
  <cp:lastModifiedBy>Anh Nguyen</cp:lastModifiedBy>
  <cp:revision>43</cp:revision>
  <dcterms:created xsi:type="dcterms:W3CDTF">2024-09-19T16:15:19Z</dcterms:created>
  <dcterms:modified xsi:type="dcterms:W3CDTF">2025-09-17T16:58:31Z</dcterms:modified>
</cp:coreProperties>
</file>